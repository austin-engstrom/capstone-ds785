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96"/>
    <p:restoredTop sz="80000"/>
  </p:normalViewPr>
  <p:slideViewPr>
    <p:cSldViewPr snapToGrid="0">
      <p:cViewPr varScale="1">
        <p:scale>
          <a:sx n="92" d="100"/>
          <a:sy n="92" d="100"/>
        </p:scale>
        <p:origin x="1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3AC5CB-7B56-0843-A98D-934354751BD6}" type="doc">
      <dgm:prSet loTypeId="urn:microsoft.com/office/officeart/2005/8/layout/process1" loCatId="" qsTypeId="urn:microsoft.com/office/officeart/2005/8/quickstyle/simple1" qsCatId="simple" csTypeId="urn:microsoft.com/office/officeart/2005/8/colors/accent1_2" csCatId="accent1" phldr="1"/>
      <dgm:spPr/>
    </dgm:pt>
    <dgm:pt modelId="{41332EBF-D93F-5E48-A080-F66567A1A9B6}">
      <dgm:prSet phldrT="[Text]"/>
      <dgm:spPr/>
      <dgm:t>
        <a:bodyPr/>
        <a:lstStyle/>
        <a:p>
          <a:r>
            <a:rPr lang="en-US" dirty="0"/>
            <a:t>301 Labeled Reviews</a:t>
          </a:r>
        </a:p>
      </dgm:t>
    </dgm:pt>
    <dgm:pt modelId="{6029FAA2-B8A7-104C-9A59-193F0C8214C6}" type="parTrans" cxnId="{13CE5580-0316-3742-87BE-AA8C73E3327B}">
      <dgm:prSet/>
      <dgm:spPr/>
      <dgm:t>
        <a:bodyPr/>
        <a:lstStyle/>
        <a:p>
          <a:endParaRPr lang="en-US"/>
        </a:p>
      </dgm:t>
    </dgm:pt>
    <dgm:pt modelId="{9840E938-FBA1-AB42-B65B-6099914F5DC5}" type="sibTrans" cxnId="{13CE5580-0316-3742-87BE-AA8C73E3327B}">
      <dgm:prSet/>
      <dgm:spPr/>
      <dgm:t>
        <a:bodyPr/>
        <a:lstStyle/>
        <a:p>
          <a:endParaRPr lang="en-US"/>
        </a:p>
      </dgm:t>
    </dgm:pt>
    <dgm:pt modelId="{4A701214-0099-4440-9044-9C854D5F6196}">
      <dgm:prSet phldrT="[Text]"/>
      <dgm:spPr/>
      <dgm:t>
        <a:bodyPr/>
        <a:lstStyle/>
        <a:p>
          <a:r>
            <a:rPr lang="en-US" dirty="0"/>
            <a:t>NLP Pipeline</a:t>
          </a:r>
        </a:p>
      </dgm:t>
    </dgm:pt>
    <dgm:pt modelId="{8C0079D7-DB7C-BD41-BD23-0306FFA2B406}" type="parTrans" cxnId="{CA96C39D-11BC-8949-8113-5119D9D88124}">
      <dgm:prSet/>
      <dgm:spPr/>
      <dgm:t>
        <a:bodyPr/>
        <a:lstStyle/>
        <a:p>
          <a:endParaRPr lang="en-US"/>
        </a:p>
      </dgm:t>
    </dgm:pt>
    <dgm:pt modelId="{67463B2A-857B-7E46-9BAF-9BBC39D5A655}" type="sibTrans" cxnId="{CA96C39D-11BC-8949-8113-5119D9D88124}">
      <dgm:prSet/>
      <dgm:spPr/>
      <dgm:t>
        <a:bodyPr/>
        <a:lstStyle/>
        <a:p>
          <a:endParaRPr lang="en-US"/>
        </a:p>
      </dgm:t>
    </dgm:pt>
    <dgm:pt modelId="{33EBF111-726E-064D-B5C9-466A795432E7}">
      <dgm:prSet phldrT="[Text]"/>
      <dgm:spPr/>
      <dgm:t>
        <a:bodyPr/>
        <a:lstStyle/>
        <a:p>
          <a:r>
            <a:rPr lang="en-US" dirty="0"/>
            <a:t>Sentiment Predictions</a:t>
          </a:r>
        </a:p>
      </dgm:t>
    </dgm:pt>
    <dgm:pt modelId="{B39D94BD-0AB1-C24E-B26D-9541A8A19054}" type="parTrans" cxnId="{06D971DF-931D-B74B-B8C7-5DDCBD8B0016}">
      <dgm:prSet/>
      <dgm:spPr/>
      <dgm:t>
        <a:bodyPr/>
        <a:lstStyle/>
        <a:p>
          <a:endParaRPr lang="en-US"/>
        </a:p>
      </dgm:t>
    </dgm:pt>
    <dgm:pt modelId="{F6D90F2D-6D78-764C-804A-EFF0D8405222}" type="sibTrans" cxnId="{06D971DF-931D-B74B-B8C7-5DDCBD8B0016}">
      <dgm:prSet/>
      <dgm:spPr/>
      <dgm:t>
        <a:bodyPr/>
        <a:lstStyle/>
        <a:p>
          <a:endParaRPr lang="en-US"/>
        </a:p>
      </dgm:t>
    </dgm:pt>
    <dgm:pt modelId="{C3115987-6DF1-6348-960B-8E6C0F82EB39}">
      <dgm:prSet phldrT="[Text]"/>
      <dgm:spPr/>
      <dgm:t>
        <a:bodyPr/>
        <a:lstStyle/>
        <a:p>
          <a:r>
            <a:rPr lang="en-US" dirty="0"/>
            <a:t>Business Insights</a:t>
          </a:r>
        </a:p>
      </dgm:t>
    </dgm:pt>
    <dgm:pt modelId="{D4913751-7E75-B34F-A279-D0899B93DC43}" type="parTrans" cxnId="{59AAA741-1D35-0D4C-AA60-48A13BE82763}">
      <dgm:prSet/>
      <dgm:spPr/>
      <dgm:t>
        <a:bodyPr/>
        <a:lstStyle/>
        <a:p>
          <a:endParaRPr lang="en-US"/>
        </a:p>
      </dgm:t>
    </dgm:pt>
    <dgm:pt modelId="{DDAC408E-0986-924D-B40D-5546D8BB449F}" type="sibTrans" cxnId="{59AAA741-1D35-0D4C-AA60-48A13BE82763}">
      <dgm:prSet/>
      <dgm:spPr/>
      <dgm:t>
        <a:bodyPr/>
        <a:lstStyle/>
        <a:p>
          <a:endParaRPr lang="en-US"/>
        </a:p>
      </dgm:t>
    </dgm:pt>
    <dgm:pt modelId="{91360B3D-92BB-AD45-920C-13956FA7D394}" type="pres">
      <dgm:prSet presAssocID="{A73AC5CB-7B56-0843-A98D-934354751BD6}" presName="Name0" presStyleCnt="0">
        <dgm:presLayoutVars>
          <dgm:dir/>
          <dgm:resizeHandles val="exact"/>
        </dgm:presLayoutVars>
      </dgm:prSet>
      <dgm:spPr/>
    </dgm:pt>
    <dgm:pt modelId="{C143D7A7-30CB-9644-A491-91DB6A1FB3E9}" type="pres">
      <dgm:prSet presAssocID="{41332EBF-D93F-5E48-A080-F66567A1A9B6}" presName="node" presStyleLbl="node1" presStyleIdx="0" presStyleCnt="4">
        <dgm:presLayoutVars>
          <dgm:bulletEnabled val="1"/>
        </dgm:presLayoutVars>
      </dgm:prSet>
      <dgm:spPr/>
    </dgm:pt>
    <dgm:pt modelId="{2CADC807-C52E-D840-8211-52B9EDC1A8DF}" type="pres">
      <dgm:prSet presAssocID="{9840E938-FBA1-AB42-B65B-6099914F5DC5}" presName="sibTrans" presStyleLbl="sibTrans2D1" presStyleIdx="0" presStyleCnt="3"/>
      <dgm:spPr/>
    </dgm:pt>
    <dgm:pt modelId="{4400F1F5-A485-E84A-AC0E-46EE26568119}" type="pres">
      <dgm:prSet presAssocID="{9840E938-FBA1-AB42-B65B-6099914F5DC5}" presName="connectorText" presStyleLbl="sibTrans2D1" presStyleIdx="0" presStyleCnt="3"/>
      <dgm:spPr/>
    </dgm:pt>
    <dgm:pt modelId="{8EE86D61-70D6-A34B-8843-58C3D0DDBB59}" type="pres">
      <dgm:prSet presAssocID="{4A701214-0099-4440-9044-9C854D5F6196}" presName="node" presStyleLbl="node1" presStyleIdx="1" presStyleCnt="4">
        <dgm:presLayoutVars>
          <dgm:bulletEnabled val="1"/>
        </dgm:presLayoutVars>
      </dgm:prSet>
      <dgm:spPr/>
    </dgm:pt>
    <dgm:pt modelId="{B45207BA-7B8F-C148-8C55-ECEDD3D0F083}" type="pres">
      <dgm:prSet presAssocID="{67463B2A-857B-7E46-9BAF-9BBC39D5A655}" presName="sibTrans" presStyleLbl="sibTrans2D1" presStyleIdx="1" presStyleCnt="3"/>
      <dgm:spPr/>
    </dgm:pt>
    <dgm:pt modelId="{13CF7554-2BB2-8341-8A61-2301FC88FDED}" type="pres">
      <dgm:prSet presAssocID="{67463B2A-857B-7E46-9BAF-9BBC39D5A655}" presName="connectorText" presStyleLbl="sibTrans2D1" presStyleIdx="1" presStyleCnt="3"/>
      <dgm:spPr/>
    </dgm:pt>
    <dgm:pt modelId="{2150441E-27FB-DF46-BEE0-7A9A794F657E}" type="pres">
      <dgm:prSet presAssocID="{33EBF111-726E-064D-B5C9-466A795432E7}" presName="node" presStyleLbl="node1" presStyleIdx="2" presStyleCnt="4">
        <dgm:presLayoutVars>
          <dgm:bulletEnabled val="1"/>
        </dgm:presLayoutVars>
      </dgm:prSet>
      <dgm:spPr/>
    </dgm:pt>
    <dgm:pt modelId="{6229B318-8706-AE4D-A515-DF87EDDB66F9}" type="pres">
      <dgm:prSet presAssocID="{F6D90F2D-6D78-764C-804A-EFF0D8405222}" presName="sibTrans" presStyleLbl="sibTrans2D1" presStyleIdx="2" presStyleCnt="3"/>
      <dgm:spPr/>
    </dgm:pt>
    <dgm:pt modelId="{5D88878A-7E1E-7444-8DF9-813F279D5CB0}" type="pres">
      <dgm:prSet presAssocID="{F6D90F2D-6D78-764C-804A-EFF0D8405222}" presName="connectorText" presStyleLbl="sibTrans2D1" presStyleIdx="2" presStyleCnt="3"/>
      <dgm:spPr/>
    </dgm:pt>
    <dgm:pt modelId="{C39E70F5-9D97-AD41-AE99-0897CEABE3F7}" type="pres">
      <dgm:prSet presAssocID="{C3115987-6DF1-6348-960B-8E6C0F82EB39}" presName="node" presStyleLbl="node1" presStyleIdx="3" presStyleCnt="4">
        <dgm:presLayoutVars>
          <dgm:bulletEnabled val="1"/>
        </dgm:presLayoutVars>
      </dgm:prSet>
      <dgm:spPr/>
    </dgm:pt>
  </dgm:ptLst>
  <dgm:cxnLst>
    <dgm:cxn modelId="{6D281D06-D769-AC49-9EDB-F4C505B81795}" type="presOf" srcId="{4A701214-0099-4440-9044-9C854D5F6196}" destId="{8EE86D61-70D6-A34B-8843-58C3D0DDBB59}" srcOrd="0" destOrd="0" presId="urn:microsoft.com/office/officeart/2005/8/layout/process1"/>
    <dgm:cxn modelId="{C540BB06-A65A-B341-8B67-51EEDCFC0FFB}" type="presOf" srcId="{33EBF111-726E-064D-B5C9-466A795432E7}" destId="{2150441E-27FB-DF46-BEE0-7A9A794F657E}" srcOrd="0" destOrd="0" presId="urn:microsoft.com/office/officeart/2005/8/layout/process1"/>
    <dgm:cxn modelId="{38289711-F025-714B-9BFD-398AEC483930}" type="presOf" srcId="{C3115987-6DF1-6348-960B-8E6C0F82EB39}" destId="{C39E70F5-9D97-AD41-AE99-0897CEABE3F7}" srcOrd="0" destOrd="0" presId="urn:microsoft.com/office/officeart/2005/8/layout/process1"/>
    <dgm:cxn modelId="{98458F1E-0E12-9546-BC7E-ECD6A809484A}" type="presOf" srcId="{A73AC5CB-7B56-0843-A98D-934354751BD6}" destId="{91360B3D-92BB-AD45-920C-13956FA7D394}" srcOrd="0" destOrd="0" presId="urn:microsoft.com/office/officeart/2005/8/layout/process1"/>
    <dgm:cxn modelId="{0EEAD92C-6371-C644-B8A4-FCF93539C154}" type="presOf" srcId="{F6D90F2D-6D78-764C-804A-EFF0D8405222}" destId="{5D88878A-7E1E-7444-8DF9-813F279D5CB0}" srcOrd="1" destOrd="0" presId="urn:microsoft.com/office/officeart/2005/8/layout/process1"/>
    <dgm:cxn modelId="{59AAA741-1D35-0D4C-AA60-48A13BE82763}" srcId="{A73AC5CB-7B56-0843-A98D-934354751BD6}" destId="{C3115987-6DF1-6348-960B-8E6C0F82EB39}" srcOrd="3" destOrd="0" parTransId="{D4913751-7E75-B34F-A279-D0899B93DC43}" sibTransId="{DDAC408E-0986-924D-B40D-5546D8BB449F}"/>
    <dgm:cxn modelId="{71DD4053-E260-E944-999D-117074EA14A6}" type="presOf" srcId="{F6D90F2D-6D78-764C-804A-EFF0D8405222}" destId="{6229B318-8706-AE4D-A515-DF87EDDB66F9}" srcOrd="0" destOrd="0" presId="urn:microsoft.com/office/officeart/2005/8/layout/process1"/>
    <dgm:cxn modelId="{D61AFF6B-98AD-0C4D-A566-D79B52679E20}" type="presOf" srcId="{67463B2A-857B-7E46-9BAF-9BBC39D5A655}" destId="{B45207BA-7B8F-C148-8C55-ECEDD3D0F083}" srcOrd="0" destOrd="0" presId="urn:microsoft.com/office/officeart/2005/8/layout/process1"/>
    <dgm:cxn modelId="{13CE5580-0316-3742-87BE-AA8C73E3327B}" srcId="{A73AC5CB-7B56-0843-A98D-934354751BD6}" destId="{41332EBF-D93F-5E48-A080-F66567A1A9B6}" srcOrd="0" destOrd="0" parTransId="{6029FAA2-B8A7-104C-9A59-193F0C8214C6}" sibTransId="{9840E938-FBA1-AB42-B65B-6099914F5DC5}"/>
    <dgm:cxn modelId="{CA96C39D-11BC-8949-8113-5119D9D88124}" srcId="{A73AC5CB-7B56-0843-A98D-934354751BD6}" destId="{4A701214-0099-4440-9044-9C854D5F6196}" srcOrd="1" destOrd="0" parTransId="{8C0079D7-DB7C-BD41-BD23-0306FFA2B406}" sibTransId="{67463B2A-857B-7E46-9BAF-9BBC39D5A655}"/>
    <dgm:cxn modelId="{D78E36AA-1296-214E-8298-30878880719B}" type="presOf" srcId="{67463B2A-857B-7E46-9BAF-9BBC39D5A655}" destId="{13CF7554-2BB2-8341-8A61-2301FC88FDED}" srcOrd="1" destOrd="0" presId="urn:microsoft.com/office/officeart/2005/8/layout/process1"/>
    <dgm:cxn modelId="{80F5E0DB-8858-5448-94E3-ECA109CC755F}" type="presOf" srcId="{9840E938-FBA1-AB42-B65B-6099914F5DC5}" destId="{4400F1F5-A485-E84A-AC0E-46EE26568119}" srcOrd="1" destOrd="0" presId="urn:microsoft.com/office/officeart/2005/8/layout/process1"/>
    <dgm:cxn modelId="{06D971DF-931D-B74B-B8C7-5DDCBD8B0016}" srcId="{A73AC5CB-7B56-0843-A98D-934354751BD6}" destId="{33EBF111-726E-064D-B5C9-466A795432E7}" srcOrd="2" destOrd="0" parTransId="{B39D94BD-0AB1-C24E-B26D-9541A8A19054}" sibTransId="{F6D90F2D-6D78-764C-804A-EFF0D8405222}"/>
    <dgm:cxn modelId="{A5D2A6EC-2792-074D-A1D9-E7C6F2D47E54}" type="presOf" srcId="{9840E938-FBA1-AB42-B65B-6099914F5DC5}" destId="{2CADC807-C52E-D840-8211-52B9EDC1A8DF}" srcOrd="0" destOrd="0" presId="urn:microsoft.com/office/officeart/2005/8/layout/process1"/>
    <dgm:cxn modelId="{94F14FF0-9675-824A-8E63-F2C6AB3D8B18}" type="presOf" srcId="{41332EBF-D93F-5E48-A080-F66567A1A9B6}" destId="{C143D7A7-30CB-9644-A491-91DB6A1FB3E9}" srcOrd="0" destOrd="0" presId="urn:microsoft.com/office/officeart/2005/8/layout/process1"/>
    <dgm:cxn modelId="{BBD376D9-5573-664D-9438-2070C1A1AACD}" type="presParOf" srcId="{91360B3D-92BB-AD45-920C-13956FA7D394}" destId="{C143D7A7-30CB-9644-A491-91DB6A1FB3E9}" srcOrd="0" destOrd="0" presId="urn:microsoft.com/office/officeart/2005/8/layout/process1"/>
    <dgm:cxn modelId="{D7826D4E-3FB4-A74D-BCAA-B4BFFC04F6B8}" type="presParOf" srcId="{91360B3D-92BB-AD45-920C-13956FA7D394}" destId="{2CADC807-C52E-D840-8211-52B9EDC1A8DF}" srcOrd="1" destOrd="0" presId="urn:microsoft.com/office/officeart/2005/8/layout/process1"/>
    <dgm:cxn modelId="{93624E3A-C378-F44A-9F84-45C4D0834B55}" type="presParOf" srcId="{2CADC807-C52E-D840-8211-52B9EDC1A8DF}" destId="{4400F1F5-A485-E84A-AC0E-46EE26568119}" srcOrd="0" destOrd="0" presId="urn:microsoft.com/office/officeart/2005/8/layout/process1"/>
    <dgm:cxn modelId="{BEC06454-F0D7-024A-A83B-AB8763A7EA9E}" type="presParOf" srcId="{91360B3D-92BB-AD45-920C-13956FA7D394}" destId="{8EE86D61-70D6-A34B-8843-58C3D0DDBB59}" srcOrd="2" destOrd="0" presId="urn:microsoft.com/office/officeart/2005/8/layout/process1"/>
    <dgm:cxn modelId="{24722B2C-1FA8-AA4A-BE77-1BC411A64198}" type="presParOf" srcId="{91360B3D-92BB-AD45-920C-13956FA7D394}" destId="{B45207BA-7B8F-C148-8C55-ECEDD3D0F083}" srcOrd="3" destOrd="0" presId="urn:microsoft.com/office/officeart/2005/8/layout/process1"/>
    <dgm:cxn modelId="{18FEFB47-3856-B440-892E-52D981187110}" type="presParOf" srcId="{B45207BA-7B8F-C148-8C55-ECEDD3D0F083}" destId="{13CF7554-2BB2-8341-8A61-2301FC88FDED}" srcOrd="0" destOrd="0" presId="urn:microsoft.com/office/officeart/2005/8/layout/process1"/>
    <dgm:cxn modelId="{F21F5BE8-2A50-6740-A678-76AA941DCD55}" type="presParOf" srcId="{91360B3D-92BB-AD45-920C-13956FA7D394}" destId="{2150441E-27FB-DF46-BEE0-7A9A794F657E}" srcOrd="4" destOrd="0" presId="urn:microsoft.com/office/officeart/2005/8/layout/process1"/>
    <dgm:cxn modelId="{C9122887-8155-D742-92DC-32033447FF0F}" type="presParOf" srcId="{91360B3D-92BB-AD45-920C-13956FA7D394}" destId="{6229B318-8706-AE4D-A515-DF87EDDB66F9}" srcOrd="5" destOrd="0" presId="urn:microsoft.com/office/officeart/2005/8/layout/process1"/>
    <dgm:cxn modelId="{34FA4E9E-C3FC-0E41-A3D5-E4A19FEF3954}" type="presParOf" srcId="{6229B318-8706-AE4D-A515-DF87EDDB66F9}" destId="{5D88878A-7E1E-7444-8DF9-813F279D5CB0}" srcOrd="0" destOrd="0" presId="urn:microsoft.com/office/officeart/2005/8/layout/process1"/>
    <dgm:cxn modelId="{4C051BAE-7327-8F4E-9280-16E2A80543B6}" type="presParOf" srcId="{91360B3D-92BB-AD45-920C-13956FA7D394}" destId="{C39E70F5-9D97-AD41-AE99-0897CEABE3F7}"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E217AA-565A-5A44-B7F0-6EA2C7987FB9}" type="doc">
      <dgm:prSet loTypeId="urn:microsoft.com/office/officeart/2005/8/layout/hProcess9" loCatId="" qsTypeId="urn:microsoft.com/office/officeart/2005/8/quickstyle/simple1" qsCatId="simple" csTypeId="urn:microsoft.com/office/officeart/2005/8/colors/accent1_2" csCatId="accent1" phldr="1"/>
      <dgm:spPr/>
    </dgm:pt>
    <dgm:pt modelId="{028A8F74-FF52-9647-9E7A-374FBE894C92}">
      <dgm:prSet phldrT="[Text]"/>
      <dgm:spPr/>
      <dgm:t>
        <a:bodyPr/>
        <a:lstStyle/>
        <a:p>
          <a:r>
            <a:rPr lang="en-US" dirty="0"/>
            <a:t>Professional Review Articles</a:t>
          </a:r>
        </a:p>
      </dgm:t>
    </dgm:pt>
    <dgm:pt modelId="{6C182A17-DFA4-894C-A1AA-DE49D61718B9}" type="parTrans" cxnId="{4F589855-9066-2D46-A2F2-D72C51931C47}">
      <dgm:prSet/>
      <dgm:spPr/>
      <dgm:t>
        <a:bodyPr/>
        <a:lstStyle/>
        <a:p>
          <a:endParaRPr lang="en-US"/>
        </a:p>
      </dgm:t>
    </dgm:pt>
    <dgm:pt modelId="{9D4023C2-87CE-8F42-A717-97F2A59A24E7}" type="sibTrans" cxnId="{4F589855-9066-2D46-A2F2-D72C51931C47}">
      <dgm:prSet/>
      <dgm:spPr/>
      <dgm:t>
        <a:bodyPr/>
        <a:lstStyle/>
        <a:p>
          <a:endParaRPr lang="en-US"/>
        </a:p>
      </dgm:t>
    </dgm:pt>
    <dgm:pt modelId="{DCC4152F-B7A6-6A44-BDA5-004C69DBA594}">
      <dgm:prSet phldrT="[Text]"/>
      <dgm:spPr/>
      <dgm:t>
        <a:bodyPr/>
        <a:lstStyle/>
        <a:p>
          <a:r>
            <a:rPr lang="en-US" dirty="0"/>
            <a:t>Preprocessing</a:t>
          </a:r>
        </a:p>
      </dgm:t>
    </dgm:pt>
    <dgm:pt modelId="{A001076E-C743-7E46-8C8B-D7EDC239FF55}" type="parTrans" cxnId="{7438C16F-737F-8645-A6AC-60F1F5E47B4F}">
      <dgm:prSet/>
      <dgm:spPr/>
      <dgm:t>
        <a:bodyPr/>
        <a:lstStyle/>
        <a:p>
          <a:endParaRPr lang="en-US"/>
        </a:p>
      </dgm:t>
    </dgm:pt>
    <dgm:pt modelId="{37513E4F-FA50-764D-B806-C602FA842EAD}" type="sibTrans" cxnId="{7438C16F-737F-8645-A6AC-60F1F5E47B4F}">
      <dgm:prSet/>
      <dgm:spPr/>
      <dgm:t>
        <a:bodyPr/>
        <a:lstStyle/>
        <a:p>
          <a:endParaRPr lang="en-US"/>
        </a:p>
      </dgm:t>
    </dgm:pt>
    <dgm:pt modelId="{2CD3690D-2C3B-BA44-9606-A1A97734CEF7}">
      <dgm:prSet phldrT="[Text]"/>
      <dgm:spPr/>
      <dgm:t>
        <a:bodyPr/>
        <a:lstStyle/>
        <a:p>
          <a:r>
            <a:rPr lang="en-US" dirty="0"/>
            <a:t>Feature Extraction</a:t>
          </a:r>
        </a:p>
      </dgm:t>
    </dgm:pt>
    <dgm:pt modelId="{61237A3E-4B70-154B-8DE3-B07B28299C51}" type="parTrans" cxnId="{E870D908-DA74-E441-AFE8-1838148C2B5D}">
      <dgm:prSet/>
      <dgm:spPr/>
      <dgm:t>
        <a:bodyPr/>
        <a:lstStyle/>
        <a:p>
          <a:endParaRPr lang="en-US"/>
        </a:p>
      </dgm:t>
    </dgm:pt>
    <dgm:pt modelId="{9D35794A-C158-4A43-86E7-EBCB45DB9179}" type="sibTrans" cxnId="{E870D908-DA74-E441-AFE8-1838148C2B5D}">
      <dgm:prSet/>
      <dgm:spPr/>
      <dgm:t>
        <a:bodyPr/>
        <a:lstStyle/>
        <a:p>
          <a:endParaRPr lang="en-US"/>
        </a:p>
      </dgm:t>
    </dgm:pt>
    <dgm:pt modelId="{C9C13AEA-85D0-B241-A59E-49A413933285}">
      <dgm:prSet phldrT="[Text]"/>
      <dgm:spPr/>
      <dgm:t>
        <a:bodyPr/>
        <a:lstStyle/>
        <a:p>
          <a:r>
            <a:rPr lang="en-US" dirty="0"/>
            <a:t>Model Comparison</a:t>
          </a:r>
        </a:p>
      </dgm:t>
    </dgm:pt>
    <dgm:pt modelId="{1BD435C1-EB34-6D48-A22A-66CA63C1C435}" type="parTrans" cxnId="{85CC6DCE-7DED-7043-B559-1C4B348D7B2F}">
      <dgm:prSet/>
      <dgm:spPr/>
      <dgm:t>
        <a:bodyPr/>
        <a:lstStyle/>
        <a:p>
          <a:endParaRPr lang="en-US"/>
        </a:p>
      </dgm:t>
    </dgm:pt>
    <dgm:pt modelId="{B9353EC8-B7A2-6544-98E8-C69B7B258CA5}" type="sibTrans" cxnId="{85CC6DCE-7DED-7043-B559-1C4B348D7B2F}">
      <dgm:prSet/>
      <dgm:spPr/>
      <dgm:t>
        <a:bodyPr/>
        <a:lstStyle/>
        <a:p>
          <a:endParaRPr lang="en-US"/>
        </a:p>
      </dgm:t>
    </dgm:pt>
    <dgm:pt modelId="{BDDACCC0-5852-1147-950A-CEAB396845EF}">
      <dgm:prSet phldrT="[Text]"/>
      <dgm:spPr/>
      <dgm:t>
        <a:bodyPr/>
        <a:lstStyle/>
        <a:p>
          <a:r>
            <a:rPr lang="en-US" dirty="0"/>
            <a:t>Evaluation</a:t>
          </a:r>
        </a:p>
      </dgm:t>
    </dgm:pt>
    <dgm:pt modelId="{53068E1A-17AE-4645-833E-02DBEA630E8C}" type="parTrans" cxnId="{10CD36A6-845B-F548-9C2C-7449FDCA2E37}">
      <dgm:prSet/>
      <dgm:spPr/>
      <dgm:t>
        <a:bodyPr/>
        <a:lstStyle/>
        <a:p>
          <a:endParaRPr lang="en-US"/>
        </a:p>
      </dgm:t>
    </dgm:pt>
    <dgm:pt modelId="{867A68DD-95D5-D44F-AB25-ED4C66C8B0C1}" type="sibTrans" cxnId="{10CD36A6-845B-F548-9C2C-7449FDCA2E37}">
      <dgm:prSet/>
      <dgm:spPr/>
      <dgm:t>
        <a:bodyPr/>
        <a:lstStyle/>
        <a:p>
          <a:endParaRPr lang="en-US"/>
        </a:p>
      </dgm:t>
    </dgm:pt>
    <dgm:pt modelId="{C1F26F12-15D2-C842-AAB4-D5B608B7E5D5}">
      <dgm:prSet phldrT="[Text]"/>
      <dgm:spPr/>
      <dgm:t>
        <a:bodyPr/>
        <a:lstStyle/>
        <a:p>
          <a:r>
            <a:rPr lang="en-US" dirty="0"/>
            <a:t>Business Insights</a:t>
          </a:r>
        </a:p>
      </dgm:t>
    </dgm:pt>
    <dgm:pt modelId="{95EAADE9-AC1B-2249-923C-14AFE2BD6DAD}" type="parTrans" cxnId="{FC3371FA-0FDE-7547-BD29-AFED5502E72B}">
      <dgm:prSet/>
      <dgm:spPr/>
      <dgm:t>
        <a:bodyPr/>
        <a:lstStyle/>
        <a:p>
          <a:endParaRPr lang="en-US"/>
        </a:p>
      </dgm:t>
    </dgm:pt>
    <dgm:pt modelId="{8833297A-8CC0-CE4C-AB46-C30A3AD1CFE9}" type="sibTrans" cxnId="{FC3371FA-0FDE-7547-BD29-AFED5502E72B}">
      <dgm:prSet/>
      <dgm:spPr/>
      <dgm:t>
        <a:bodyPr/>
        <a:lstStyle/>
        <a:p>
          <a:endParaRPr lang="en-US"/>
        </a:p>
      </dgm:t>
    </dgm:pt>
    <dgm:pt modelId="{E498D829-D228-6B48-9F48-BC2E56D7D23D}" type="pres">
      <dgm:prSet presAssocID="{D8E217AA-565A-5A44-B7F0-6EA2C7987FB9}" presName="CompostProcess" presStyleCnt="0">
        <dgm:presLayoutVars>
          <dgm:dir/>
          <dgm:resizeHandles val="exact"/>
        </dgm:presLayoutVars>
      </dgm:prSet>
      <dgm:spPr/>
    </dgm:pt>
    <dgm:pt modelId="{2DFE747B-D010-9C4C-A9F7-6AF204AED2A2}" type="pres">
      <dgm:prSet presAssocID="{D8E217AA-565A-5A44-B7F0-6EA2C7987FB9}" presName="arrow" presStyleLbl="bgShp" presStyleIdx="0" presStyleCnt="1"/>
      <dgm:spPr/>
    </dgm:pt>
    <dgm:pt modelId="{35A37DC8-FCA9-A74C-AFBE-1923F4E50727}" type="pres">
      <dgm:prSet presAssocID="{D8E217AA-565A-5A44-B7F0-6EA2C7987FB9}" presName="linearProcess" presStyleCnt="0"/>
      <dgm:spPr/>
    </dgm:pt>
    <dgm:pt modelId="{A1DC79F6-1EF5-5D41-94F7-5A7227AC47EF}" type="pres">
      <dgm:prSet presAssocID="{028A8F74-FF52-9647-9E7A-374FBE894C92}" presName="textNode" presStyleLbl="node1" presStyleIdx="0" presStyleCnt="6">
        <dgm:presLayoutVars>
          <dgm:bulletEnabled val="1"/>
        </dgm:presLayoutVars>
      </dgm:prSet>
      <dgm:spPr/>
    </dgm:pt>
    <dgm:pt modelId="{164FF047-8A50-0349-B96D-D6EE33A599D4}" type="pres">
      <dgm:prSet presAssocID="{9D4023C2-87CE-8F42-A717-97F2A59A24E7}" presName="sibTrans" presStyleCnt="0"/>
      <dgm:spPr/>
    </dgm:pt>
    <dgm:pt modelId="{C10704D5-B32C-F94C-9182-D78D3F0603F6}" type="pres">
      <dgm:prSet presAssocID="{DCC4152F-B7A6-6A44-BDA5-004C69DBA594}" presName="textNode" presStyleLbl="node1" presStyleIdx="1" presStyleCnt="6">
        <dgm:presLayoutVars>
          <dgm:bulletEnabled val="1"/>
        </dgm:presLayoutVars>
      </dgm:prSet>
      <dgm:spPr/>
    </dgm:pt>
    <dgm:pt modelId="{77DDC00C-0732-2642-B75E-0D0AAC2F4640}" type="pres">
      <dgm:prSet presAssocID="{37513E4F-FA50-764D-B806-C602FA842EAD}" presName="sibTrans" presStyleCnt="0"/>
      <dgm:spPr/>
    </dgm:pt>
    <dgm:pt modelId="{6447969A-86C0-DA4D-B414-2094525BBE27}" type="pres">
      <dgm:prSet presAssocID="{2CD3690D-2C3B-BA44-9606-A1A97734CEF7}" presName="textNode" presStyleLbl="node1" presStyleIdx="2" presStyleCnt="6">
        <dgm:presLayoutVars>
          <dgm:bulletEnabled val="1"/>
        </dgm:presLayoutVars>
      </dgm:prSet>
      <dgm:spPr/>
    </dgm:pt>
    <dgm:pt modelId="{1C1BFCCC-5C2F-B542-83B4-B0D6FA68F897}" type="pres">
      <dgm:prSet presAssocID="{9D35794A-C158-4A43-86E7-EBCB45DB9179}" presName="sibTrans" presStyleCnt="0"/>
      <dgm:spPr/>
    </dgm:pt>
    <dgm:pt modelId="{42B321E4-9960-ED4D-8354-3D3611C0E4F1}" type="pres">
      <dgm:prSet presAssocID="{C9C13AEA-85D0-B241-A59E-49A413933285}" presName="textNode" presStyleLbl="node1" presStyleIdx="3" presStyleCnt="6">
        <dgm:presLayoutVars>
          <dgm:bulletEnabled val="1"/>
        </dgm:presLayoutVars>
      </dgm:prSet>
      <dgm:spPr/>
    </dgm:pt>
    <dgm:pt modelId="{A419EDAC-18CE-E34B-A098-C6B37E1A7AFA}" type="pres">
      <dgm:prSet presAssocID="{B9353EC8-B7A2-6544-98E8-C69B7B258CA5}" presName="sibTrans" presStyleCnt="0"/>
      <dgm:spPr/>
    </dgm:pt>
    <dgm:pt modelId="{4FBE9524-2EAE-704A-99F0-DB171C632296}" type="pres">
      <dgm:prSet presAssocID="{BDDACCC0-5852-1147-950A-CEAB396845EF}" presName="textNode" presStyleLbl="node1" presStyleIdx="4" presStyleCnt="6">
        <dgm:presLayoutVars>
          <dgm:bulletEnabled val="1"/>
        </dgm:presLayoutVars>
      </dgm:prSet>
      <dgm:spPr/>
    </dgm:pt>
    <dgm:pt modelId="{F312A5D5-D6BA-2D44-9A97-8B88EAC91D9D}" type="pres">
      <dgm:prSet presAssocID="{867A68DD-95D5-D44F-AB25-ED4C66C8B0C1}" presName="sibTrans" presStyleCnt="0"/>
      <dgm:spPr/>
    </dgm:pt>
    <dgm:pt modelId="{91B6BB34-54D3-654B-98EF-62591AFA25CB}" type="pres">
      <dgm:prSet presAssocID="{C1F26F12-15D2-C842-AAB4-D5B608B7E5D5}" presName="textNode" presStyleLbl="node1" presStyleIdx="5" presStyleCnt="6">
        <dgm:presLayoutVars>
          <dgm:bulletEnabled val="1"/>
        </dgm:presLayoutVars>
      </dgm:prSet>
      <dgm:spPr/>
    </dgm:pt>
  </dgm:ptLst>
  <dgm:cxnLst>
    <dgm:cxn modelId="{E870D908-DA74-E441-AFE8-1838148C2B5D}" srcId="{D8E217AA-565A-5A44-B7F0-6EA2C7987FB9}" destId="{2CD3690D-2C3B-BA44-9606-A1A97734CEF7}" srcOrd="2" destOrd="0" parTransId="{61237A3E-4B70-154B-8DE3-B07B28299C51}" sibTransId="{9D35794A-C158-4A43-86E7-EBCB45DB9179}"/>
    <dgm:cxn modelId="{CEB9EE53-2A72-7A41-85AA-BB81252B19BA}" type="presOf" srcId="{C9C13AEA-85D0-B241-A59E-49A413933285}" destId="{42B321E4-9960-ED4D-8354-3D3611C0E4F1}" srcOrd="0" destOrd="0" presId="urn:microsoft.com/office/officeart/2005/8/layout/hProcess9"/>
    <dgm:cxn modelId="{4F589855-9066-2D46-A2F2-D72C51931C47}" srcId="{D8E217AA-565A-5A44-B7F0-6EA2C7987FB9}" destId="{028A8F74-FF52-9647-9E7A-374FBE894C92}" srcOrd="0" destOrd="0" parTransId="{6C182A17-DFA4-894C-A1AA-DE49D61718B9}" sibTransId="{9D4023C2-87CE-8F42-A717-97F2A59A24E7}"/>
    <dgm:cxn modelId="{D5421E6A-5770-CE4F-B3F8-06985AB603F8}" type="presOf" srcId="{028A8F74-FF52-9647-9E7A-374FBE894C92}" destId="{A1DC79F6-1EF5-5D41-94F7-5A7227AC47EF}" srcOrd="0" destOrd="0" presId="urn:microsoft.com/office/officeart/2005/8/layout/hProcess9"/>
    <dgm:cxn modelId="{7438C16F-737F-8645-A6AC-60F1F5E47B4F}" srcId="{D8E217AA-565A-5A44-B7F0-6EA2C7987FB9}" destId="{DCC4152F-B7A6-6A44-BDA5-004C69DBA594}" srcOrd="1" destOrd="0" parTransId="{A001076E-C743-7E46-8C8B-D7EDC239FF55}" sibTransId="{37513E4F-FA50-764D-B806-C602FA842EAD}"/>
    <dgm:cxn modelId="{A829978B-D72E-AA4C-9F4E-1AD69DF3FF91}" type="presOf" srcId="{BDDACCC0-5852-1147-950A-CEAB396845EF}" destId="{4FBE9524-2EAE-704A-99F0-DB171C632296}" srcOrd="0" destOrd="0" presId="urn:microsoft.com/office/officeart/2005/8/layout/hProcess9"/>
    <dgm:cxn modelId="{10CD36A6-845B-F548-9C2C-7449FDCA2E37}" srcId="{D8E217AA-565A-5A44-B7F0-6EA2C7987FB9}" destId="{BDDACCC0-5852-1147-950A-CEAB396845EF}" srcOrd="4" destOrd="0" parTransId="{53068E1A-17AE-4645-833E-02DBEA630E8C}" sibTransId="{867A68DD-95D5-D44F-AB25-ED4C66C8B0C1}"/>
    <dgm:cxn modelId="{EB2C81A8-E786-8C44-A44C-B39BFE8489FE}" type="presOf" srcId="{DCC4152F-B7A6-6A44-BDA5-004C69DBA594}" destId="{C10704D5-B32C-F94C-9182-D78D3F0603F6}" srcOrd="0" destOrd="0" presId="urn:microsoft.com/office/officeart/2005/8/layout/hProcess9"/>
    <dgm:cxn modelId="{8C827CC7-D078-7240-8CD4-6A91C698E686}" type="presOf" srcId="{C1F26F12-15D2-C842-AAB4-D5B608B7E5D5}" destId="{91B6BB34-54D3-654B-98EF-62591AFA25CB}" srcOrd="0" destOrd="0" presId="urn:microsoft.com/office/officeart/2005/8/layout/hProcess9"/>
    <dgm:cxn modelId="{85CC6DCE-7DED-7043-B559-1C4B348D7B2F}" srcId="{D8E217AA-565A-5A44-B7F0-6EA2C7987FB9}" destId="{C9C13AEA-85D0-B241-A59E-49A413933285}" srcOrd="3" destOrd="0" parTransId="{1BD435C1-EB34-6D48-A22A-66CA63C1C435}" sibTransId="{B9353EC8-B7A2-6544-98E8-C69B7B258CA5}"/>
    <dgm:cxn modelId="{8CD050D7-2981-6240-86F9-7184CB2AFD9D}" type="presOf" srcId="{2CD3690D-2C3B-BA44-9606-A1A97734CEF7}" destId="{6447969A-86C0-DA4D-B414-2094525BBE27}" srcOrd="0" destOrd="0" presId="urn:microsoft.com/office/officeart/2005/8/layout/hProcess9"/>
    <dgm:cxn modelId="{9CAA3AFA-55EC-A047-8711-F082BD24FB99}" type="presOf" srcId="{D8E217AA-565A-5A44-B7F0-6EA2C7987FB9}" destId="{E498D829-D228-6B48-9F48-BC2E56D7D23D}" srcOrd="0" destOrd="0" presId="urn:microsoft.com/office/officeart/2005/8/layout/hProcess9"/>
    <dgm:cxn modelId="{FC3371FA-0FDE-7547-BD29-AFED5502E72B}" srcId="{D8E217AA-565A-5A44-B7F0-6EA2C7987FB9}" destId="{C1F26F12-15D2-C842-AAB4-D5B608B7E5D5}" srcOrd="5" destOrd="0" parTransId="{95EAADE9-AC1B-2249-923C-14AFE2BD6DAD}" sibTransId="{8833297A-8CC0-CE4C-AB46-C30A3AD1CFE9}"/>
    <dgm:cxn modelId="{2E608E99-1372-6B4F-B83D-8E22C8327B6A}" type="presParOf" srcId="{E498D829-D228-6B48-9F48-BC2E56D7D23D}" destId="{2DFE747B-D010-9C4C-A9F7-6AF204AED2A2}" srcOrd="0" destOrd="0" presId="urn:microsoft.com/office/officeart/2005/8/layout/hProcess9"/>
    <dgm:cxn modelId="{E97C933B-EB99-3642-811F-E8AD4F833E4D}" type="presParOf" srcId="{E498D829-D228-6B48-9F48-BC2E56D7D23D}" destId="{35A37DC8-FCA9-A74C-AFBE-1923F4E50727}" srcOrd="1" destOrd="0" presId="urn:microsoft.com/office/officeart/2005/8/layout/hProcess9"/>
    <dgm:cxn modelId="{8BDB0C21-14A7-0541-8D7A-1157AD283E8C}" type="presParOf" srcId="{35A37DC8-FCA9-A74C-AFBE-1923F4E50727}" destId="{A1DC79F6-1EF5-5D41-94F7-5A7227AC47EF}" srcOrd="0" destOrd="0" presId="urn:microsoft.com/office/officeart/2005/8/layout/hProcess9"/>
    <dgm:cxn modelId="{D8275396-14DC-784E-83A0-D0B12DC6E477}" type="presParOf" srcId="{35A37DC8-FCA9-A74C-AFBE-1923F4E50727}" destId="{164FF047-8A50-0349-B96D-D6EE33A599D4}" srcOrd="1" destOrd="0" presId="urn:microsoft.com/office/officeart/2005/8/layout/hProcess9"/>
    <dgm:cxn modelId="{C2CE4094-D54D-5940-BB0B-A50A5EC725BE}" type="presParOf" srcId="{35A37DC8-FCA9-A74C-AFBE-1923F4E50727}" destId="{C10704D5-B32C-F94C-9182-D78D3F0603F6}" srcOrd="2" destOrd="0" presId="urn:microsoft.com/office/officeart/2005/8/layout/hProcess9"/>
    <dgm:cxn modelId="{2A6C90EF-F638-304D-A835-3F47CA948940}" type="presParOf" srcId="{35A37DC8-FCA9-A74C-AFBE-1923F4E50727}" destId="{77DDC00C-0732-2642-B75E-0D0AAC2F4640}" srcOrd="3" destOrd="0" presId="urn:microsoft.com/office/officeart/2005/8/layout/hProcess9"/>
    <dgm:cxn modelId="{14597B65-C7B1-A94F-A275-40876A8A4A0A}" type="presParOf" srcId="{35A37DC8-FCA9-A74C-AFBE-1923F4E50727}" destId="{6447969A-86C0-DA4D-B414-2094525BBE27}" srcOrd="4" destOrd="0" presId="urn:microsoft.com/office/officeart/2005/8/layout/hProcess9"/>
    <dgm:cxn modelId="{04A3E4BA-6165-FE4C-849C-1E59DD4D2FAE}" type="presParOf" srcId="{35A37DC8-FCA9-A74C-AFBE-1923F4E50727}" destId="{1C1BFCCC-5C2F-B542-83B4-B0D6FA68F897}" srcOrd="5" destOrd="0" presId="urn:microsoft.com/office/officeart/2005/8/layout/hProcess9"/>
    <dgm:cxn modelId="{1AE7F93D-8F98-CD4E-B613-CBEA30892BF0}" type="presParOf" srcId="{35A37DC8-FCA9-A74C-AFBE-1923F4E50727}" destId="{42B321E4-9960-ED4D-8354-3D3611C0E4F1}" srcOrd="6" destOrd="0" presId="urn:microsoft.com/office/officeart/2005/8/layout/hProcess9"/>
    <dgm:cxn modelId="{B4CA8C02-C863-0742-8D97-B5D8AAA1D7A8}" type="presParOf" srcId="{35A37DC8-FCA9-A74C-AFBE-1923F4E50727}" destId="{A419EDAC-18CE-E34B-A098-C6B37E1A7AFA}" srcOrd="7" destOrd="0" presId="urn:microsoft.com/office/officeart/2005/8/layout/hProcess9"/>
    <dgm:cxn modelId="{C66C58B0-A8A4-C34D-B624-AD9F85EACEAC}" type="presParOf" srcId="{35A37DC8-FCA9-A74C-AFBE-1923F4E50727}" destId="{4FBE9524-2EAE-704A-99F0-DB171C632296}" srcOrd="8" destOrd="0" presId="urn:microsoft.com/office/officeart/2005/8/layout/hProcess9"/>
    <dgm:cxn modelId="{454B1B0F-9059-C640-9E9D-B810A1E6A8CE}" type="presParOf" srcId="{35A37DC8-FCA9-A74C-AFBE-1923F4E50727}" destId="{F312A5D5-D6BA-2D44-9A97-8B88EAC91D9D}" srcOrd="9" destOrd="0" presId="urn:microsoft.com/office/officeart/2005/8/layout/hProcess9"/>
    <dgm:cxn modelId="{95F4B391-ED55-A24C-8315-9C5CF1F92936}" type="presParOf" srcId="{35A37DC8-FCA9-A74C-AFBE-1923F4E50727}" destId="{91B6BB34-54D3-654B-98EF-62591AFA25CB}"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E8C733-2FD1-F54B-A8A2-E40C9532BBC7}"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9B6B3671-7CB2-5F43-9BF6-6CA6800C6DE1}">
      <dgm:prSet phldrT="[Text]"/>
      <dgm:spPr/>
      <dgm:t>
        <a:bodyPr/>
        <a:lstStyle/>
        <a:p>
          <a:pPr>
            <a:buNone/>
          </a:pPr>
          <a:r>
            <a:rPr lang="en-US" b="1" dirty="0"/>
            <a:t>Domain-Specific Data Wins</a:t>
          </a:r>
        </a:p>
        <a:p>
          <a:pPr>
            <a:buNone/>
          </a:pPr>
          <a:r>
            <a:rPr lang="en-US" dirty="0"/>
            <a:t>Project-specific labeled data outperformed general-purpose sentiment analysis models.</a:t>
          </a:r>
        </a:p>
      </dgm:t>
    </dgm:pt>
    <dgm:pt modelId="{73C4F538-0C50-2B41-857E-E35E743C3314}" type="parTrans" cxnId="{8FBA87AA-8095-D246-A179-DB92E4326B20}">
      <dgm:prSet/>
      <dgm:spPr/>
      <dgm:t>
        <a:bodyPr/>
        <a:lstStyle/>
        <a:p>
          <a:endParaRPr lang="en-US"/>
        </a:p>
      </dgm:t>
    </dgm:pt>
    <dgm:pt modelId="{0CB92ACA-45C1-D744-9A02-2F4F5D380DDE}" type="sibTrans" cxnId="{8FBA87AA-8095-D246-A179-DB92E4326B20}">
      <dgm:prSet/>
      <dgm:spPr/>
      <dgm:t>
        <a:bodyPr/>
        <a:lstStyle/>
        <a:p>
          <a:endParaRPr lang="en-US"/>
        </a:p>
      </dgm:t>
    </dgm:pt>
    <dgm:pt modelId="{2D3763ED-93C8-3A49-B9E9-2184CC8C43A8}">
      <dgm:prSet phldrT="[Text]"/>
      <dgm:spPr/>
      <dgm:t>
        <a:bodyPr/>
        <a:lstStyle/>
        <a:p>
          <a:pPr>
            <a:buNone/>
          </a:pPr>
          <a:r>
            <a:rPr lang="en-US" b="1" dirty="0"/>
            <a:t>Multiple Metrics Matter</a:t>
          </a:r>
        </a:p>
        <a:p>
          <a:pPr>
            <a:buNone/>
          </a:pPr>
          <a:r>
            <a:rPr lang="en-US" dirty="0"/>
            <a:t>Accuracy alone favored VADER, while Balanced Accuracy, Macro F1, and ROC AUC identified the strongest overall-performing model.</a:t>
          </a:r>
        </a:p>
      </dgm:t>
    </dgm:pt>
    <dgm:pt modelId="{C45DBDE4-C060-2647-8D6B-95729FFC8B39}" type="parTrans" cxnId="{FBE28B0B-5345-B74D-89D9-1ED5D3AE7521}">
      <dgm:prSet/>
      <dgm:spPr/>
      <dgm:t>
        <a:bodyPr/>
        <a:lstStyle/>
        <a:p>
          <a:endParaRPr lang="en-US"/>
        </a:p>
      </dgm:t>
    </dgm:pt>
    <dgm:pt modelId="{19D1AD43-44E2-C04B-A75E-A547CF3AD0DF}" type="sibTrans" cxnId="{FBE28B0B-5345-B74D-89D9-1ED5D3AE7521}">
      <dgm:prSet/>
      <dgm:spPr/>
      <dgm:t>
        <a:bodyPr/>
        <a:lstStyle/>
        <a:p>
          <a:endParaRPr lang="en-US"/>
        </a:p>
      </dgm:t>
    </dgm:pt>
    <dgm:pt modelId="{90B482E0-A6E3-674B-8590-65F6781DD354}">
      <dgm:prSet/>
      <dgm:spPr/>
      <dgm:t>
        <a:bodyPr/>
        <a:lstStyle/>
        <a:p>
          <a:pPr>
            <a:buNone/>
          </a:pPr>
          <a:r>
            <a:rPr lang="en-US" b="1" dirty="0"/>
            <a:t>Model Complexity Isn't Everything</a:t>
          </a:r>
        </a:p>
        <a:p>
          <a:pPr>
            <a:buNone/>
          </a:pPr>
          <a:r>
            <a:rPr lang="en-US" dirty="0"/>
            <a:t>The pretrained </a:t>
          </a:r>
          <a:r>
            <a:rPr lang="en-US" dirty="0" err="1"/>
            <a:t>RoBERTa</a:t>
          </a:r>
          <a:r>
            <a:rPr lang="en-US" dirty="0"/>
            <a:t> transformer underperformed despite its advanced architecture.</a:t>
          </a:r>
        </a:p>
      </dgm:t>
    </dgm:pt>
    <dgm:pt modelId="{6B03946C-40C4-BE40-9DBA-2661F9CEC76D}" type="parTrans" cxnId="{6D2AB840-BD79-E847-868E-FBDD00C0059A}">
      <dgm:prSet/>
      <dgm:spPr/>
      <dgm:t>
        <a:bodyPr/>
        <a:lstStyle/>
        <a:p>
          <a:endParaRPr lang="en-US"/>
        </a:p>
      </dgm:t>
    </dgm:pt>
    <dgm:pt modelId="{B7523606-6E62-0345-A5CC-8F5F452441A9}" type="sibTrans" cxnId="{6D2AB840-BD79-E847-868E-FBDD00C0059A}">
      <dgm:prSet/>
      <dgm:spPr/>
      <dgm:t>
        <a:bodyPr/>
        <a:lstStyle/>
        <a:p>
          <a:endParaRPr lang="en-US"/>
        </a:p>
      </dgm:t>
    </dgm:pt>
    <dgm:pt modelId="{D8CAF7A9-D752-8340-896E-350A53790104}">
      <dgm:prSet/>
      <dgm:spPr/>
      <dgm:t>
        <a:bodyPr/>
        <a:lstStyle/>
        <a:p>
          <a:pPr>
            <a:buNone/>
          </a:pPr>
          <a:r>
            <a:rPr lang="en-US" b="1" dirty="0"/>
            <a:t>NLP Can Scale Review Analysis</a:t>
          </a:r>
          <a:endParaRPr lang="en-US" dirty="0"/>
        </a:p>
        <a:p>
          <a:pPr>
            <a:buNone/>
          </a:pPr>
          <a:r>
            <a:rPr lang="en-US" dirty="0"/>
            <a:t>Automated sentiment analysis enables efficient comparison of products, brands, and review trends.</a:t>
          </a:r>
        </a:p>
      </dgm:t>
    </dgm:pt>
    <dgm:pt modelId="{756604C4-ADFD-E249-A9DA-E5C3A7C1B4E0}" type="parTrans" cxnId="{13EF346C-DE29-AD4A-BDE6-7626F310249E}">
      <dgm:prSet/>
      <dgm:spPr/>
      <dgm:t>
        <a:bodyPr/>
        <a:lstStyle/>
        <a:p>
          <a:endParaRPr lang="en-US"/>
        </a:p>
      </dgm:t>
    </dgm:pt>
    <dgm:pt modelId="{CE889863-E38B-5342-A580-691C341B31A3}" type="sibTrans" cxnId="{13EF346C-DE29-AD4A-BDE6-7626F310249E}">
      <dgm:prSet/>
      <dgm:spPr/>
      <dgm:t>
        <a:bodyPr/>
        <a:lstStyle/>
        <a:p>
          <a:endParaRPr lang="en-US"/>
        </a:p>
      </dgm:t>
    </dgm:pt>
    <dgm:pt modelId="{10A96836-7F3F-4445-A355-0FB2EC10C099}" type="pres">
      <dgm:prSet presAssocID="{04E8C733-2FD1-F54B-A8A2-E40C9532BBC7}" presName="linear" presStyleCnt="0">
        <dgm:presLayoutVars>
          <dgm:animLvl val="lvl"/>
          <dgm:resizeHandles val="exact"/>
        </dgm:presLayoutVars>
      </dgm:prSet>
      <dgm:spPr/>
    </dgm:pt>
    <dgm:pt modelId="{B390CD82-DF47-284F-B6A9-A2E18433CEA8}" type="pres">
      <dgm:prSet presAssocID="{9B6B3671-7CB2-5F43-9BF6-6CA6800C6DE1}" presName="parentText" presStyleLbl="node1" presStyleIdx="0" presStyleCnt="4">
        <dgm:presLayoutVars>
          <dgm:chMax val="0"/>
          <dgm:bulletEnabled val="1"/>
        </dgm:presLayoutVars>
      </dgm:prSet>
      <dgm:spPr/>
    </dgm:pt>
    <dgm:pt modelId="{A63C4DAC-3B73-E844-900C-04CB85859C93}" type="pres">
      <dgm:prSet presAssocID="{0CB92ACA-45C1-D744-9A02-2F4F5D380DDE}" presName="spacer" presStyleCnt="0"/>
      <dgm:spPr/>
    </dgm:pt>
    <dgm:pt modelId="{1AC44C57-C3D8-6947-9E04-8C93241412E5}" type="pres">
      <dgm:prSet presAssocID="{2D3763ED-93C8-3A49-B9E9-2184CC8C43A8}" presName="parentText" presStyleLbl="node1" presStyleIdx="1" presStyleCnt="4">
        <dgm:presLayoutVars>
          <dgm:chMax val="0"/>
          <dgm:bulletEnabled val="1"/>
        </dgm:presLayoutVars>
      </dgm:prSet>
      <dgm:spPr/>
    </dgm:pt>
    <dgm:pt modelId="{7FA4FCCA-0474-874C-B1D4-79F2D1BF31CE}" type="pres">
      <dgm:prSet presAssocID="{19D1AD43-44E2-C04B-A75E-A547CF3AD0DF}" presName="spacer" presStyleCnt="0"/>
      <dgm:spPr/>
    </dgm:pt>
    <dgm:pt modelId="{C9D919A2-B9B0-C945-82DE-C10707AF9C4E}" type="pres">
      <dgm:prSet presAssocID="{90B482E0-A6E3-674B-8590-65F6781DD354}" presName="parentText" presStyleLbl="node1" presStyleIdx="2" presStyleCnt="4">
        <dgm:presLayoutVars>
          <dgm:chMax val="0"/>
          <dgm:bulletEnabled val="1"/>
        </dgm:presLayoutVars>
      </dgm:prSet>
      <dgm:spPr/>
    </dgm:pt>
    <dgm:pt modelId="{558A72C1-F510-A543-BB07-BD0C65194E32}" type="pres">
      <dgm:prSet presAssocID="{B7523606-6E62-0345-A5CC-8F5F452441A9}" presName="spacer" presStyleCnt="0"/>
      <dgm:spPr/>
    </dgm:pt>
    <dgm:pt modelId="{8F5C5369-D061-0841-A819-D9215E6EF95D}" type="pres">
      <dgm:prSet presAssocID="{D8CAF7A9-D752-8340-896E-350A53790104}" presName="parentText" presStyleLbl="node1" presStyleIdx="3" presStyleCnt="4">
        <dgm:presLayoutVars>
          <dgm:chMax val="0"/>
          <dgm:bulletEnabled val="1"/>
        </dgm:presLayoutVars>
      </dgm:prSet>
      <dgm:spPr/>
    </dgm:pt>
  </dgm:ptLst>
  <dgm:cxnLst>
    <dgm:cxn modelId="{19258301-F084-1F49-8CC6-22C761F02D00}" type="presOf" srcId="{90B482E0-A6E3-674B-8590-65F6781DD354}" destId="{C9D919A2-B9B0-C945-82DE-C10707AF9C4E}" srcOrd="0" destOrd="0" presId="urn:microsoft.com/office/officeart/2005/8/layout/vList2"/>
    <dgm:cxn modelId="{C407FB03-53CF-934B-99D5-CF087F365417}" type="presOf" srcId="{04E8C733-2FD1-F54B-A8A2-E40C9532BBC7}" destId="{10A96836-7F3F-4445-A355-0FB2EC10C099}" srcOrd="0" destOrd="0" presId="urn:microsoft.com/office/officeart/2005/8/layout/vList2"/>
    <dgm:cxn modelId="{FBE28B0B-5345-B74D-89D9-1ED5D3AE7521}" srcId="{04E8C733-2FD1-F54B-A8A2-E40C9532BBC7}" destId="{2D3763ED-93C8-3A49-B9E9-2184CC8C43A8}" srcOrd="1" destOrd="0" parTransId="{C45DBDE4-C060-2647-8D6B-95729FFC8B39}" sibTransId="{19D1AD43-44E2-C04B-A75E-A547CF3AD0DF}"/>
    <dgm:cxn modelId="{0FF7E22C-CDA0-2547-A8CD-3A06CB1AC0B5}" type="presOf" srcId="{D8CAF7A9-D752-8340-896E-350A53790104}" destId="{8F5C5369-D061-0841-A819-D9215E6EF95D}" srcOrd="0" destOrd="0" presId="urn:microsoft.com/office/officeart/2005/8/layout/vList2"/>
    <dgm:cxn modelId="{6D2AB840-BD79-E847-868E-FBDD00C0059A}" srcId="{04E8C733-2FD1-F54B-A8A2-E40C9532BBC7}" destId="{90B482E0-A6E3-674B-8590-65F6781DD354}" srcOrd="2" destOrd="0" parTransId="{6B03946C-40C4-BE40-9DBA-2661F9CEC76D}" sibTransId="{B7523606-6E62-0345-A5CC-8F5F452441A9}"/>
    <dgm:cxn modelId="{13EF346C-DE29-AD4A-BDE6-7626F310249E}" srcId="{04E8C733-2FD1-F54B-A8A2-E40C9532BBC7}" destId="{D8CAF7A9-D752-8340-896E-350A53790104}" srcOrd="3" destOrd="0" parTransId="{756604C4-ADFD-E249-A9DA-E5C3A7C1B4E0}" sibTransId="{CE889863-E38B-5342-A580-691C341B31A3}"/>
    <dgm:cxn modelId="{45F51573-ECA3-0F4D-A106-F1785FB22AB4}" type="presOf" srcId="{9B6B3671-7CB2-5F43-9BF6-6CA6800C6DE1}" destId="{B390CD82-DF47-284F-B6A9-A2E18433CEA8}" srcOrd="0" destOrd="0" presId="urn:microsoft.com/office/officeart/2005/8/layout/vList2"/>
    <dgm:cxn modelId="{8FBA87AA-8095-D246-A179-DB92E4326B20}" srcId="{04E8C733-2FD1-F54B-A8A2-E40C9532BBC7}" destId="{9B6B3671-7CB2-5F43-9BF6-6CA6800C6DE1}" srcOrd="0" destOrd="0" parTransId="{73C4F538-0C50-2B41-857E-E35E743C3314}" sibTransId="{0CB92ACA-45C1-D744-9A02-2F4F5D380DDE}"/>
    <dgm:cxn modelId="{668804BE-CD51-2A45-8197-492157559550}" type="presOf" srcId="{2D3763ED-93C8-3A49-B9E9-2184CC8C43A8}" destId="{1AC44C57-C3D8-6947-9E04-8C93241412E5}" srcOrd="0" destOrd="0" presId="urn:microsoft.com/office/officeart/2005/8/layout/vList2"/>
    <dgm:cxn modelId="{55A0E812-5E0F-5B40-A79F-7F3F69C5542B}" type="presParOf" srcId="{10A96836-7F3F-4445-A355-0FB2EC10C099}" destId="{B390CD82-DF47-284F-B6A9-A2E18433CEA8}" srcOrd="0" destOrd="0" presId="urn:microsoft.com/office/officeart/2005/8/layout/vList2"/>
    <dgm:cxn modelId="{EE11DC56-A937-8B40-83F2-8AC3EE1B6D70}" type="presParOf" srcId="{10A96836-7F3F-4445-A355-0FB2EC10C099}" destId="{A63C4DAC-3B73-E844-900C-04CB85859C93}" srcOrd="1" destOrd="0" presId="urn:microsoft.com/office/officeart/2005/8/layout/vList2"/>
    <dgm:cxn modelId="{73ECF641-DC4D-7A45-A87E-F918FC4397FB}" type="presParOf" srcId="{10A96836-7F3F-4445-A355-0FB2EC10C099}" destId="{1AC44C57-C3D8-6947-9E04-8C93241412E5}" srcOrd="2" destOrd="0" presId="urn:microsoft.com/office/officeart/2005/8/layout/vList2"/>
    <dgm:cxn modelId="{08BDD5AD-CD90-1E43-ABD8-44A378FDA562}" type="presParOf" srcId="{10A96836-7F3F-4445-A355-0FB2EC10C099}" destId="{7FA4FCCA-0474-874C-B1D4-79F2D1BF31CE}" srcOrd="3" destOrd="0" presId="urn:microsoft.com/office/officeart/2005/8/layout/vList2"/>
    <dgm:cxn modelId="{3210EC86-EB15-8B44-AC97-244585FC3D3B}" type="presParOf" srcId="{10A96836-7F3F-4445-A355-0FB2EC10C099}" destId="{C9D919A2-B9B0-C945-82DE-C10707AF9C4E}" srcOrd="4" destOrd="0" presId="urn:microsoft.com/office/officeart/2005/8/layout/vList2"/>
    <dgm:cxn modelId="{E63E6173-C0A3-8140-A491-893FFE4B05A4}" type="presParOf" srcId="{10A96836-7F3F-4445-A355-0FB2EC10C099}" destId="{558A72C1-F510-A543-BB07-BD0C65194E32}" srcOrd="5" destOrd="0" presId="urn:microsoft.com/office/officeart/2005/8/layout/vList2"/>
    <dgm:cxn modelId="{4A7C1B55-E21F-3D49-9864-B0F71188ECBF}" type="presParOf" srcId="{10A96836-7F3F-4445-A355-0FB2EC10C099}" destId="{8F5C5369-D061-0841-A819-D9215E6EF95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D0FE4E-AC5F-A54E-9545-F93C2DBE68E7}" type="doc">
      <dgm:prSet loTypeId="urn:microsoft.com/office/officeart/2005/8/layout/hList2" loCatId="" qsTypeId="urn:microsoft.com/office/officeart/2005/8/quickstyle/simple1" qsCatId="simple" csTypeId="urn:microsoft.com/office/officeart/2005/8/colors/accent1_2" csCatId="accent1" phldr="1"/>
      <dgm:spPr/>
      <dgm:t>
        <a:bodyPr/>
        <a:lstStyle/>
        <a:p>
          <a:endParaRPr lang="en-US"/>
        </a:p>
      </dgm:t>
    </dgm:pt>
    <dgm:pt modelId="{92BD40A4-F3F4-4F40-BD2B-E8CAD38388BB}">
      <dgm:prSet phldrT="[Text]"/>
      <dgm:spPr/>
      <dgm:t>
        <a:bodyPr/>
        <a:lstStyle/>
        <a:p>
          <a:r>
            <a:rPr lang="en-US" dirty="0"/>
            <a:t>Manufacturers</a:t>
          </a:r>
        </a:p>
      </dgm:t>
    </dgm:pt>
    <dgm:pt modelId="{3E7EED4A-2B2E-EA4B-AE4A-CF9626DBEC6F}" type="parTrans" cxnId="{DB2CF9BA-EF99-0842-A656-21B597D8F5DF}">
      <dgm:prSet/>
      <dgm:spPr/>
      <dgm:t>
        <a:bodyPr/>
        <a:lstStyle/>
        <a:p>
          <a:endParaRPr lang="en-US"/>
        </a:p>
      </dgm:t>
    </dgm:pt>
    <dgm:pt modelId="{6ED091C5-0D20-8D48-A0EB-204BC1835D49}" type="sibTrans" cxnId="{DB2CF9BA-EF99-0842-A656-21B597D8F5DF}">
      <dgm:prSet/>
      <dgm:spPr/>
      <dgm:t>
        <a:bodyPr/>
        <a:lstStyle/>
        <a:p>
          <a:endParaRPr lang="en-US"/>
        </a:p>
      </dgm:t>
    </dgm:pt>
    <dgm:pt modelId="{8432193E-EBB7-0A4E-BBF5-2A49BB1D8B2C}">
      <dgm:prSet phldrT="[Text]"/>
      <dgm:spPr/>
      <dgm:t>
        <a:bodyPr/>
        <a:lstStyle/>
        <a:p>
          <a:r>
            <a:rPr lang="en-US"/>
            <a:t>Product improvement </a:t>
          </a:r>
          <a:endParaRPr lang="en-US" dirty="0"/>
        </a:p>
      </dgm:t>
    </dgm:pt>
    <dgm:pt modelId="{0D2671AD-4E6A-4744-8073-9FFBFD556DDB}" type="parTrans" cxnId="{63EFA053-1C19-7F47-ACD2-5219AE63EF29}">
      <dgm:prSet/>
      <dgm:spPr/>
      <dgm:t>
        <a:bodyPr/>
        <a:lstStyle/>
        <a:p>
          <a:endParaRPr lang="en-US"/>
        </a:p>
      </dgm:t>
    </dgm:pt>
    <dgm:pt modelId="{BF11F572-969C-F94C-86D7-C740FA73BE28}" type="sibTrans" cxnId="{63EFA053-1C19-7F47-ACD2-5219AE63EF29}">
      <dgm:prSet/>
      <dgm:spPr/>
      <dgm:t>
        <a:bodyPr/>
        <a:lstStyle/>
        <a:p>
          <a:endParaRPr lang="en-US"/>
        </a:p>
      </dgm:t>
    </dgm:pt>
    <dgm:pt modelId="{FA950442-9AE3-F443-AF32-DE3BF5416037}">
      <dgm:prSet phldrT="[Text]"/>
      <dgm:spPr/>
      <dgm:t>
        <a:bodyPr/>
        <a:lstStyle/>
        <a:p>
          <a:r>
            <a:rPr lang="en-US" dirty="0"/>
            <a:t>Retailers</a:t>
          </a:r>
        </a:p>
      </dgm:t>
    </dgm:pt>
    <dgm:pt modelId="{D3E61186-5267-5543-B14A-F65F3D1BDC64}" type="parTrans" cxnId="{88D2D07B-CE2C-604E-B95D-780B5B4EA62F}">
      <dgm:prSet/>
      <dgm:spPr/>
      <dgm:t>
        <a:bodyPr/>
        <a:lstStyle/>
        <a:p>
          <a:endParaRPr lang="en-US"/>
        </a:p>
      </dgm:t>
    </dgm:pt>
    <dgm:pt modelId="{2AC97A78-C45C-2142-9F64-F420F3399883}" type="sibTrans" cxnId="{88D2D07B-CE2C-604E-B95D-780B5B4EA62F}">
      <dgm:prSet/>
      <dgm:spPr/>
      <dgm:t>
        <a:bodyPr/>
        <a:lstStyle/>
        <a:p>
          <a:endParaRPr lang="en-US"/>
        </a:p>
      </dgm:t>
    </dgm:pt>
    <dgm:pt modelId="{7E8AA98B-84C0-C349-8452-7DFF7ED26D04}">
      <dgm:prSet phldrT="[Text]"/>
      <dgm:spPr/>
      <dgm:t>
        <a:bodyPr/>
        <a:lstStyle/>
        <a:p>
          <a:r>
            <a:rPr lang="en-US" dirty="0"/>
            <a:t>Compare brands</a:t>
          </a:r>
        </a:p>
      </dgm:t>
    </dgm:pt>
    <dgm:pt modelId="{6E4C749D-8342-7D47-8E1F-0B189AC435CB}" type="parTrans" cxnId="{C636D979-1FA5-E84E-A754-E7C841323675}">
      <dgm:prSet/>
      <dgm:spPr/>
      <dgm:t>
        <a:bodyPr/>
        <a:lstStyle/>
        <a:p>
          <a:endParaRPr lang="en-US"/>
        </a:p>
      </dgm:t>
    </dgm:pt>
    <dgm:pt modelId="{2B896EF6-1E72-2A4C-845B-8E839C990A47}" type="sibTrans" cxnId="{C636D979-1FA5-E84E-A754-E7C841323675}">
      <dgm:prSet/>
      <dgm:spPr/>
      <dgm:t>
        <a:bodyPr/>
        <a:lstStyle/>
        <a:p>
          <a:endParaRPr lang="en-US"/>
        </a:p>
      </dgm:t>
    </dgm:pt>
    <dgm:pt modelId="{97AED902-6633-584A-922E-C03631F679B3}">
      <dgm:prSet phldrT="[Text]"/>
      <dgm:spPr/>
      <dgm:t>
        <a:bodyPr/>
        <a:lstStyle/>
        <a:p>
          <a:r>
            <a:rPr lang="en-US" dirty="0"/>
            <a:t>Buying decisions</a:t>
          </a:r>
        </a:p>
      </dgm:t>
    </dgm:pt>
    <dgm:pt modelId="{4E3A5903-7667-2A4B-8295-F247D24A9E64}" type="parTrans" cxnId="{AF8E2560-E09B-C340-9B7C-7CC716D463A6}">
      <dgm:prSet/>
      <dgm:spPr/>
      <dgm:t>
        <a:bodyPr/>
        <a:lstStyle/>
        <a:p>
          <a:endParaRPr lang="en-US"/>
        </a:p>
      </dgm:t>
    </dgm:pt>
    <dgm:pt modelId="{E6511908-2356-BF4D-9288-571EF94E79D0}" type="sibTrans" cxnId="{AF8E2560-E09B-C340-9B7C-7CC716D463A6}">
      <dgm:prSet/>
      <dgm:spPr/>
      <dgm:t>
        <a:bodyPr/>
        <a:lstStyle/>
        <a:p>
          <a:endParaRPr lang="en-US"/>
        </a:p>
      </dgm:t>
    </dgm:pt>
    <dgm:pt modelId="{0ED47E98-BE56-2B4E-992B-5FA4F19B0416}">
      <dgm:prSet phldrT="[Text]"/>
      <dgm:spPr/>
      <dgm:t>
        <a:bodyPr/>
        <a:lstStyle/>
        <a:p>
          <a:r>
            <a:rPr lang="en-US" dirty="0"/>
            <a:t>Consumers</a:t>
          </a:r>
        </a:p>
      </dgm:t>
    </dgm:pt>
    <dgm:pt modelId="{6DF86829-121B-FA4C-80C1-33717853747E}" type="parTrans" cxnId="{A6998B66-FB81-9546-BEC0-8EDDA4FAFC27}">
      <dgm:prSet/>
      <dgm:spPr/>
      <dgm:t>
        <a:bodyPr/>
        <a:lstStyle/>
        <a:p>
          <a:endParaRPr lang="en-US"/>
        </a:p>
      </dgm:t>
    </dgm:pt>
    <dgm:pt modelId="{2ABBFAA9-028A-AC46-83D0-569FA99F69F0}" type="sibTrans" cxnId="{A6998B66-FB81-9546-BEC0-8EDDA4FAFC27}">
      <dgm:prSet/>
      <dgm:spPr/>
      <dgm:t>
        <a:bodyPr/>
        <a:lstStyle/>
        <a:p>
          <a:endParaRPr lang="en-US"/>
        </a:p>
      </dgm:t>
    </dgm:pt>
    <dgm:pt modelId="{5BE13192-E812-9C4F-B472-58D71BB29FB3}">
      <dgm:prSet phldrT="[Text]"/>
      <dgm:spPr/>
      <dgm:t>
        <a:bodyPr/>
        <a:lstStyle/>
        <a:p>
          <a:r>
            <a:rPr lang="en-US" dirty="0"/>
            <a:t>Faster research</a:t>
          </a:r>
        </a:p>
      </dgm:t>
    </dgm:pt>
    <dgm:pt modelId="{521344D7-B874-9045-A9D0-04069B90255A}" type="parTrans" cxnId="{CBCCCCC7-0B1F-6B4C-A983-F21AAEA2F204}">
      <dgm:prSet/>
      <dgm:spPr/>
      <dgm:t>
        <a:bodyPr/>
        <a:lstStyle/>
        <a:p>
          <a:endParaRPr lang="en-US"/>
        </a:p>
      </dgm:t>
    </dgm:pt>
    <dgm:pt modelId="{EE605B98-C801-8943-9F4A-CF36C61E543D}" type="sibTrans" cxnId="{CBCCCCC7-0B1F-6B4C-A983-F21AAEA2F204}">
      <dgm:prSet/>
      <dgm:spPr/>
      <dgm:t>
        <a:bodyPr/>
        <a:lstStyle/>
        <a:p>
          <a:endParaRPr lang="en-US"/>
        </a:p>
      </dgm:t>
    </dgm:pt>
    <dgm:pt modelId="{4CB42CF0-1298-0248-B8EF-D2078DA1334B}">
      <dgm:prSet phldrT="[Text]"/>
      <dgm:spPr/>
      <dgm:t>
        <a:bodyPr/>
        <a:lstStyle/>
        <a:p>
          <a:r>
            <a:rPr lang="en-US" dirty="0"/>
            <a:t>Product summaries</a:t>
          </a:r>
        </a:p>
      </dgm:t>
    </dgm:pt>
    <dgm:pt modelId="{C87C22A4-3065-874A-8B50-1F4C048136BE}" type="parTrans" cxnId="{C1191171-9EB4-9541-94C8-AE63D3BA8471}">
      <dgm:prSet/>
      <dgm:spPr/>
      <dgm:t>
        <a:bodyPr/>
        <a:lstStyle/>
        <a:p>
          <a:endParaRPr lang="en-US"/>
        </a:p>
      </dgm:t>
    </dgm:pt>
    <dgm:pt modelId="{8BAF8B42-E9CB-0248-B4F5-E9195526C36A}" type="sibTrans" cxnId="{C1191171-9EB4-9541-94C8-AE63D3BA8471}">
      <dgm:prSet/>
      <dgm:spPr/>
      <dgm:t>
        <a:bodyPr/>
        <a:lstStyle/>
        <a:p>
          <a:endParaRPr lang="en-US"/>
        </a:p>
      </dgm:t>
    </dgm:pt>
    <dgm:pt modelId="{5E8CFFE9-322B-824D-B4D5-67FB28B9E6A8}">
      <dgm:prSet phldrT="[Text]"/>
      <dgm:spPr/>
      <dgm:t>
        <a:bodyPr/>
        <a:lstStyle/>
        <a:p>
          <a:r>
            <a:rPr lang="en-US" dirty="0"/>
            <a:t>Compare products</a:t>
          </a:r>
        </a:p>
      </dgm:t>
    </dgm:pt>
    <dgm:pt modelId="{FD4D704A-2596-D947-BC03-F180EDB4BF3D}" type="parTrans" cxnId="{42C2592F-4CD4-F34F-AF57-77DC18D7728F}">
      <dgm:prSet/>
      <dgm:spPr/>
      <dgm:t>
        <a:bodyPr/>
        <a:lstStyle/>
        <a:p>
          <a:endParaRPr lang="en-US"/>
        </a:p>
      </dgm:t>
    </dgm:pt>
    <dgm:pt modelId="{2F5B2A57-F05B-924D-8A2F-8628C5E07EA3}" type="sibTrans" cxnId="{42C2592F-4CD4-F34F-AF57-77DC18D7728F}">
      <dgm:prSet/>
      <dgm:spPr/>
      <dgm:t>
        <a:bodyPr/>
        <a:lstStyle/>
        <a:p>
          <a:endParaRPr lang="en-US"/>
        </a:p>
      </dgm:t>
    </dgm:pt>
    <dgm:pt modelId="{CD3D81A4-3340-AE4E-A072-6A79A5ED88AD}">
      <dgm:prSet phldrT="[Text]"/>
      <dgm:spPr/>
      <dgm:t>
        <a:bodyPr/>
        <a:lstStyle/>
        <a:p>
          <a:r>
            <a:rPr lang="en-US" dirty="0"/>
            <a:t>Informed purchasing decisions</a:t>
          </a:r>
        </a:p>
      </dgm:t>
    </dgm:pt>
    <dgm:pt modelId="{3406B8F0-2DB6-4042-B283-60D34973331A}" type="parTrans" cxnId="{471DB39E-D0C4-A248-BF08-B269AD218734}">
      <dgm:prSet/>
      <dgm:spPr/>
      <dgm:t>
        <a:bodyPr/>
        <a:lstStyle/>
        <a:p>
          <a:endParaRPr lang="en-US"/>
        </a:p>
      </dgm:t>
    </dgm:pt>
    <dgm:pt modelId="{49E97D3B-9004-4043-A526-E9FCDEE833E9}" type="sibTrans" cxnId="{471DB39E-D0C4-A248-BF08-B269AD218734}">
      <dgm:prSet/>
      <dgm:spPr/>
      <dgm:t>
        <a:bodyPr/>
        <a:lstStyle/>
        <a:p>
          <a:endParaRPr lang="en-US"/>
        </a:p>
      </dgm:t>
    </dgm:pt>
    <dgm:pt modelId="{EA3CB780-120F-0948-97D1-9EA5D5C18DEE}">
      <dgm:prSet phldrT="[Text]"/>
      <dgm:spPr/>
      <dgm:t>
        <a:bodyPr/>
        <a:lstStyle/>
        <a:p>
          <a:r>
            <a:rPr lang="en-US"/>
            <a:t>NLP benchmarks </a:t>
          </a:r>
          <a:endParaRPr lang="en-US" dirty="0"/>
        </a:p>
      </dgm:t>
    </dgm:pt>
    <dgm:pt modelId="{BD6AAD52-5057-D540-AAB8-7F59AD3397DF}" type="parTrans" cxnId="{16A89BB2-ACB5-C040-AF22-73F75DCD16AF}">
      <dgm:prSet/>
      <dgm:spPr/>
      <dgm:t>
        <a:bodyPr/>
        <a:lstStyle/>
        <a:p>
          <a:endParaRPr lang="en-US"/>
        </a:p>
      </dgm:t>
    </dgm:pt>
    <dgm:pt modelId="{C3FA241B-0803-1A40-B50F-F476DD31574C}" type="sibTrans" cxnId="{16A89BB2-ACB5-C040-AF22-73F75DCD16AF}">
      <dgm:prSet/>
      <dgm:spPr/>
      <dgm:t>
        <a:bodyPr/>
        <a:lstStyle/>
        <a:p>
          <a:endParaRPr lang="en-US"/>
        </a:p>
      </dgm:t>
    </dgm:pt>
    <dgm:pt modelId="{062F7D67-905E-1345-916B-5974FB4F622B}">
      <dgm:prSet phldrT="[Text]"/>
      <dgm:spPr/>
      <dgm:t>
        <a:bodyPr/>
        <a:lstStyle/>
        <a:p>
          <a:r>
            <a:rPr lang="en-US" dirty="0"/>
            <a:t>Researchers</a:t>
          </a:r>
        </a:p>
      </dgm:t>
    </dgm:pt>
    <dgm:pt modelId="{467F2474-A849-2449-B2F5-3524578C39E4}" type="sibTrans" cxnId="{08575C5D-BC4C-2F40-8DFA-44650604C466}">
      <dgm:prSet/>
      <dgm:spPr/>
      <dgm:t>
        <a:bodyPr/>
        <a:lstStyle/>
        <a:p>
          <a:endParaRPr lang="en-US"/>
        </a:p>
      </dgm:t>
    </dgm:pt>
    <dgm:pt modelId="{7BA40583-46B2-0341-BE7C-A61C9FF3E3A6}" type="parTrans" cxnId="{08575C5D-BC4C-2F40-8DFA-44650604C466}">
      <dgm:prSet/>
      <dgm:spPr/>
      <dgm:t>
        <a:bodyPr/>
        <a:lstStyle/>
        <a:p>
          <a:endParaRPr lang="en-US"/>
        </a:p>
      </dgm:t>
    </dgm:pt>
    <dgm:pt modelId="{0F4495B9-B789-8B41-8E34-ED255D80019A}">
      <dgm:prSet/>
      <dgm:spPr/>
      <dgm:t>
        <a:bodyPr/>
        <a:lstStyle/>
        <a:p>
          <a:pPr>
            <a:buFont typeface="Arial" panose="020B0604020202020204" pitchFamily="34" charset="0"/>
            <a:buChar char="•"/>
          </a:pPr>
          <a:r>
            <a:rPr lang="en-US"/>
            <a:t>Design priorities </a:t>
          </a:r>
        </a:p>
      </dgm:t>
    </dgm:pt>
    <dgm:pt modelId="{9732AA67-8549-7447-9D2F-B56D2449B4CE}" type="parTrans" cxnId="{C766BF32-E506-6347-9ECD-F928E27D8F4C}">
      <dgm:prSet/>
      <dgm:spPr/>
      <dgm:t>
        <a:bodyPr/>
        <a:lstStyle/>
        <a:p>
          <a:endParaRPr lang="en-US"/>
        </a:p>
      </dgm:t>
    </dgm:pt>
    <dgm:pt modelId="{CFF4AC63-6655-744F-B871-CFA6515678D2}" type="sibTrans" cxnId="{C766BF32-E506-6347-9ECD-F928E27D8F4C}">
      <dgm:prSet/>
      <dgm:spPr/>
      <dgm:t>
        <a:bodyPr/>
        <a:lstStyle/>
        <a:p>
          <a:endParaRPr lang="en-US"/>
        </a:p>
      </dgm:t>
    </dgm:pt>
    <dgm:pt modelId="{F1F899F7-BB11-DF45-913E-245AC78AFE2F}">
      <dgm:prSet/>
      <dgm:spPr/>
      <dgm:t>
        <a:bodyPr/>
        <a:lstStyle/>
        <a:p>
          <a:pPr>
            <a:buFont typeface="Arial" panose="020B0604020202020204" pitchFamily="34" charset="0"/>
            <a:buChar char="•"/>
          </a:pPr>
          <a:r>
            <a:rPr lang="en-US" dirty="0"/>
            <a:t>Market trends</a:t>
          </a:r>
        </a:p>
      </dgm:t>
    </dgm:pt>
    <dgm:pt modelId="{668C4CC7-C13A-754D-920A-AC3B2910FF25}" type="parTrans" cxnId="{5E866E98-BAE4-DE47-A959-1A21E5D7D000}">
      <dgm:prSet/>
      <dgm:spPr/>
      <dgm:t>
        <a:bodyPr/>
        <a:lstStyle/>
        <a:p>
          <a:endParaRPr lang="en-US"/>
        </a:p>
      </dgm:t>
    </dgm:pt>
    <dgm:pt modelId="{2AE5189D-C926-E145-A178-D948EBC08A13}" type="sibTrans" cxnId="{5E866E98-BAE4-DE47-A959-1A21E5D7D000}">
      <dgm:prSet/>
      <dgm:spPr/>
      <dgm:t>
        <a:bodyPr/>
        <a:lstStyle/>
        <a:p>
          <a:endParaRPr lang="en-US"/>
        </a:p>
      </dgm:t>
    </dgm:pt>
    <dgm:pt modelId="{3D17D117-0164-3543-AAD3-14AB866745A6}">
      <dgm:prSet/>
      <dgm:spPr/>
      <dgm:t>
        <a:bodyPr/>
        <a:lstStyle/>
        <a:p>
          <a:pPr>
            <a:buFont typeface="Arial" panose="020B0604020202020204" pitchFamily="34" charset="0"/>
            <a:buChar char="•"/>
          </a:pPr>
          <a:r>
            <a:rPr lang="en-US"/>
            <a:t>Domain adaptation </a:t>
          </a:r>
        </a:p>
      </dgm:t>
    </dgm:pt>
    <dgm:pt modelId="{D7EF65FD-833C-1047-B8EE-53D1B62A919F}" type="parTrans" cxnId="{3D5179E6-C2CE-0E49-9CE6-88D6C6698584}">
      <dgm:prSet/>
      <dgm:spPr/>
      <dgm:t>
        <a:bodyPr/>
        <a:lstStyle/>
        <a:p>
          <a:endParaRPr lang="en-US"/>
        </a:p>
      </dgm:t>
    </dgm:pt>
    <dgm:pt modelId="{607E8C58-85CA-5F4E-8BAF-6F63D3B50C18}" type="sibTrans" cxnId="{3D5179E6-C2CE-0E49-9CE6-88D6C6698584}">
      <dgm:prSet/>
      <dgm:spPr/>
      <dgm:t>
        <a:bodyPr/>
        <a:lstStyle/>
        <a:p>
          <a:endParaRPr lang="en-US"/>
        </a:p>
      </dgm:t>
    </dgm:pt>
    <dgm:pt modelId="{6089F03A-3AAE-C54C-B7AD-3AC52A4E093C}">
      <dgm:prSet/>
      <dgm:spPr/>
      <dgm:t>
        <a:bodyPr/>
        <a:lstStyle/>
        <a:p>
          <a:pPr>
            <a:buFont typeface="Arial" panose="020B0604020202020204" pitchFamily="34" charset="0"/>
            <a:buChar char="•"/>
          </a:pPr>
          <a:r>
            <a:rPr lang="en-US" dirty="0"/>
            <a:t>Future NLP research</a:t>
          </a:r>
        </a:p>
      </dgm:t>
    </dgm:pt>
    <dgm:pt modelId="{2ADAF331-B94D-4D4B-80E4-9A3D1FAA4281}" type="parTrans" cxnId="{FEE762E0-2E5C-C740-961E-BE3B4FF0D4FB}">
      <dgm:prSet/>
      <dgm:spPr/>
      <dgm:t>
        <a:bodyPr/>
        <a:lstStyle/>
        <a:p>
          <a:endParaRPr lang="en-US"/>
        </a:p>
      </dgm:t>
    </dgm:pt>
    <dgm:pt modelId="{AB920372-54E8-644F-96D8-FA6D94F9343D}" type="sibTrans" cxnId="{FEE762E0-2E5C-C740-961E-BE3B4FF0D4FB}">
      <dgm:prSet/>
      <dgm:spPr/>
      <dgm:t>
        <a:bodyPr/>
        <a:lstStyle/>
        <a:p>
          <a:endParaRPr lang="en-US"/>
        </a:p>
      </dgm:t>
    </dgm:pt>
    <dgm:pt modelId="{D433F107-F10E-8C45-915D-AB9439F9CB63}" type="pres">
      <dgm:prSet presAssocID="{D3D0FE4E-AC5F-A54E-9545-F93C2DBE68E7}" presName="linearFlow" presStyleCnt="0">
        <dgm:presLayoutVars>
          <dgm:dir/>
          <dgm:animLvl val="lvl"/>
          <dgm:resizeHandles/>
        </dgm:presLayoutVars>
      </dgm:prSet>
      <dgm:spPr/>
    </dgm:pt>
    <dgm:pt modelId="{85922E1C-CBE8-F54E-8813-F4B16EA81BC4}" type="pres">
      <dgm:prSet presAssocID="{92BD40A4-F3F4-4F40-BD2B-E8CAD38388BB}" presName="compositeNode" presStyleCnt="0">
        <dgm:presLayoutVars>
          <dgm:bulletEnabled val="1"/>
        </dgm:presLayoutVars>
      </dgm:prSet>
      <dgm:spPr/>
    </dgm:pt>
    <dgm:pt modelId="{1470FCB7-AF25-5F4C-8BA1-611E926E8791}" type="pres">
      <dgm:prSet presAssocID="{92BD40A4-F3F4-4F40-BD2B-E8CAD38388BB}" presName="image" presStyleLbl="fgImgPlac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Factory with solid fill"/>
        </a:ext>
      </dgm:extLst>
    </dgm:pt>
    <dgm:pt modelId="{03E76927-DCF4-4E4A-871F-06B9885F9119}" type="pres">
      <dgm:prSet presAssocID="{92BD40A4-F3F4-4F40-BD2B-E8CAD38388BB}" presName="childNode" presStyleLbl="node1" presStyleIdx="0" presStyleCnt="4">
        <dgm:presLayoutVars>
          <dgm:bulletEnabled val="1"/>
        </dgm:presLayoutVars>
      </dgm:prSet>
      <dgm:spPr/>
    </dgm:pt>
    <dgm:pt modelId="{84AF58F8-E390-2749-93F7-4764D091EBD6}" type="pres">
      <dgm:prSet presAssocID="{92BD40A4-F3F4-4F40-BD2B-E8CAD38388BB}" presName="parentNode" presStyleLbl="revTx" presStyleIdx="0" presStyleCnt="4">
        <dgm:presLayoutVars>
          <dgm:chMax val="0"/>
          <dgm:bulletEnabled val="1"/>
        </dgm:presLayoutVars>
      </dgm:prSet>
      <dgm:spPr/>
    </dgm:pt>
    <dgm:pt modelId="{C8BF3E57-9A83-C348-B524-148BE0FD4331}" type="pres">
      <dgm:prSet presAssocID="{6ED091C5-0D20-8D48-A0EB-204BC1835D49}" presName="sibTrans" presStyleCnt="0"/>
      <dgm:spPr/>
    </dgm:pt>
    <dgm:pt modelId="{C010D578-F515-9946-8179-7A7B9E58B3BA}" type="pres">
      <dgm:prSet presAssocID="{FA950442-9AE3-F443-AF32-DE3BF5416037}" presName="compositeNode" presStyleCnt="0">
        <dgm:presLayoutVars>
          <dgm:bulletEnabled val="1"/>
        </dgm:presLayoutVars>
      </dgm:prSet>
      <dgm:spPr/>
    </dgm:pt>
    <dgm:pt modelId="{F4262A6D-A71C-5C4E-9E28-36FFD4648154}" type="pres">
      <dgm:prSet presAssocID="{FA950442-9AE3-F443-AF32-DE3BF5416037}" presName="image" presStyleLbl="fgImgPlac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Register with solid fill"/>
        </a:ext>
      </dgm:extLst>
    </dgm:pt>
    <dgm:pt modelId="{8F28F622-4430-124E-AF41-D64DC44B127C}" type="pres">
      <dgm:prSet presAssocID="{FA950442-9AE3-F443-AF32-DE3BF5416037}" presName="childNode" presStyleLbl="node1" presStyleIdx="1" presStyleCnt="4">
        <dgm:presLayoutVars>
          <dgm:bulletEnabled val="1"/>
        </dgm:presLayoutVars>
      </dgm:prSet>
      <dgm:spPr/>
    </dgm:pt>
    <dgm:pt modelId="{2073BE65-1FE3-8649-A3D1-C95C0F8420B2}" type="pres">
      <dgm:prSet presAssocID="{FA950442-9AE3-F443-AF32-DE3BF5416037}" presName="parentNode" presStyleLbl="revTx" presStyleIdx="1" presStyleCnt="4">
        <dgm:presLayoutVars>
          <dgm:chMax val="0"/>
          <dgm:bulletEnabled val="1"/>
        </dgm:presLayoutVars>
      </dgm:prSet>
      <dgm:spPr/>
    </dgm:pt>
    <dgm:pt modelId="{C64A0702-6214-1243-82B9-5D136E5EC8A6}" type="pres">
      <dgm:prSet presAssocID="{2AC97A78-C45C-2142-9F64-F420F3399883}" presName="sibTrans" presStyleCnt="0"/>
      <dgm:spPr/>
    </dgm:pt>
    <dgm:pt modelId="{CDEB7A4B-92AB-7044-80A6-000849011A15}" type="pres">
      <dgm:prSet presAssocID="{0ED47E98-BE56-2B4E-992B-5FA4F19B0416}" presName="compositeNode" presStyleCnt="0">
        <dgm:presLayoutVars>
          <dgm:bulletEnabled val="1"/>
        </dgm:presLayoutVars>
      </dgm:prSet>
      <dgm:spPr/>
    </dgm:pt>
    <dgm:pt modelId="{B4BEDBB6-D0E7-2C42-BB5E-39F20C2822F2}" type="pres">
      <dgm:prSet presAssocID="{0ED47E98-BE56-2B4E-992B-5FA4F19B0416}" presName="image" presStyleLbl="fgImgPlac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Grocery bag with solid fill"/>
        </a:ext>
      </dgm:extLst>
    </dgm:pt>
    <dgm:pt modelId="{B7D7A46D-2B2E-2648-AD6C-4DCAFE7D5567}" type="pres">
      <dgm:prSet presAssocID="{0ED47E98-BE56-2B4E-992B-5FA4F19B0416}" presName="childNode" presStyleLbl="node1" presStyleIdx="2" presStyleCnt="4">
        <dgm:presLayoutVars>
          <dgm:bulletEnabled val="1"/>
        </dgm:presLayoutVars>
      </dgm:prSet>
      <dgm:spPr/>
    </dgm:pt>
    <dgm:pt modelId="{21C2FC9E-5897-F145-9F5F-EBFB873079C4}" type="pres">
      <dgm:prSet presAssocID="{0ED47E98-BE56-2B4E-992B-5FA4F19B0416}" presName="parentNode" presStyleLbl="revTx" presStyleIdx="2" presStyleCnt="4">
        <dgm:presLayoutVars>
          <dgm:chMax val="0"/>
          <dgm:bulletEnabled val="1"/>
        </dgm:presLayoutVars>
      </dgm:prSet>
      <dgm:spPr/>
    </dgm:pt>
    <dgm:pt modelId="{637C0BCE-21D8-384C-909E-77E53C3B8CB7}" type="pres">
      <dgm:prSet presAssocID="{2ABBFAA9-028A-AC46-83D0-569FA99F69F0}" presName="sibTrans" presStyleCnt="0"/>
      <dgm:spPr/>
    </dgm:pt>
    <dgm:pt modelId="{AC332315-06A9-EA4F-8C52-E21BB5492176}" type="pres">
      <dgm:prSet presAssocID="{062F7D67-905E-1345-916B-5974FB4F622B}" presName="compositeNode" presStyleCnt="0">
        <dgm:presLayoutVars>
          <dgm:bulletEnabled val="1"/>
        </dgm:presLayoutVars>
      </dgm:prSet>
      <dgm:spPr/>
    </dgm:pt>
    <dgm:pt modelId="{725E1F93-2EAC-BA44-AF10-CBD0D708ADC6}" type="pres">
      <dgm:prSet presAssocID="{062F7D67-905E-1345-916B-5974FB4F622B}" presName="image" presStyleLbl="fgImgPlac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Microscope with solid fill"/>
        </a:ext>
      </dgm:extLst>
    </dgm:pt>
    <dgm:pt modelId="{194F3476-31C9-434B-9313-86B169FB4616}" type="pres">
      <dgm:prSet presAssocID="{062F7D67-905E-1345-916B-5974FB4F622B}" presName="childNode" presStyleLbl="node1" presStyleIdx="3" presStyleCnt="4">
        <dgm:presLayoutVars>
          <dgm:bulletEnabled val="1"/>
        </dgm:presLayoutVars>
      </dgm:prSet>
      <dgm:spPr/>
    </dgm:pt>
    <dgm:pt modelId="{F8A315E4-E36D-784E-839E-B82AAFA7EBFC}" type="pres">
      <dgm:prSet presAssocID="{062F7D67-905E-1345-916B-5974FB4F622B}" presName="parentNode" presStyleLbl="revTx" presStyleIdx="3" presStyleCnt="4">
        <dgm:presLayoutVars>
          <dgm:chMax val="0"/>
          <dgm:bulletEnabled val="1"/>
        </dgm:presLayoutVars>
      </dgm:prSet>
      <dgm:spPr/>
    </dgm:pt>
  </dgm:ptLst>
  <dgm:cxnLst>
    <dgm:cxn modelId="{33806101-4F3A-3B4A-AD17-FB00581E4A7A}" type="presOf" srcId="{FA950442-9AE3-F443-AF32-DE3BF5416037}" destId="{2073BE65-1FE3-8649-A3D1-C95C0F8420B2}" srcOrd="0" destOrd="0" presId="urn:microsoft.com/office/officeart/2005/8/layout/hList2"/>
    <dgm:cxn modelId="{BA2CFC05-93F0-C24A-89B4-63B7029CE2A9}" type="presOf" srcId="{D3D0FE4E-AC5F-A54E-9545-F93C2DBE68E7}" destId="{D433F107-F10E-8C45-915D-AB9439F9CB63}" srcOrd="0" destOrd="0" presId="urn:microsoft.com/office/officeart/2005/8/layout/hList2"/>
    <dgm:cxn modelId="{C29AA828-EFFF-5C4B-908A-0303AC92C6FE}" type="presOf" srcId="{92BD40A4-F3F4-4F40-BD2B-E8CAD38388BB}" destId="{84AF58F8-E390-2749-93F7-4764D091EBD6}" srcOrd="0" destOrd="0" presId="urn:microsoft.com/office/officeart/2005/8/layout/hList2"/>
    <dgm:cxn modelId="{E06C3B2E-E605-F446-AEB4-98CE73BB274E}" type="presOf" srcId="{4CB42CF0-1298-0248-B8EF-D2078DA1334B}" destId="{8F28F622-4430-124E-AF41-D64DC44B127C}" srcOrd="0" destOrd="2" presId="urn:microsoft.com/office/officeart/2005/8/layout/hList2"/>
    <dgm:cxn modelId="{42C2592F-4CD4-F34F-AF57-77DC18D7728F}" srcId="{0ED47E98-BE56-2B4E-992B-5FA4F19B0416}" destId="{5E8CFFE9-322B-824D-B4D5-67FB28B9E6A8}" srcOrd="1" destOrd="0" parTransId="{FD4D704A-2596-D947-BC03-F180EDB4BF3D}" sibTransId="{2F5B2A57-F05B-924D-8A2F-8628C5E07EA3}"/>
    <dgm:cxn modelId="{C766BF32-E506-6347-9ECD-F928E27D8F4C}" srcId="{92BD40A4-F3F4-4F40-BD2B-E8CAD38388BB}" destId="{0F4495B9-B789-8B41-8E34-ED255D80019A}" srcOrd="1" destOrd="0" parTransId="{9732AA67-8549-7447-9D2F-B56D2449B4CE}" sibTransId="{CFF4AC63-6655-744F-B871-CFA6515678D2}"/>
    <dgm:cxn modelId="{6F93353F-A611-1447-A8A8-AD9A56D45A32}" type="presOf" srcId="{062F7D67-905E-1345-916B-5974FB4F622B}" destId="{F8A315E4-E36D-784E-839E-B82AAFA7EBFC}" srcOrd="0" destOrd="0" presId="urn:microsoft.com/office/officeart/2005/8/layout/hList2"/>
    <dgm:cxn modelId="{5B45D845-0D1E-F441-860A-E01093AC6D52}" type="presOf" srcId="{0ED47E98-BE56-2B4E-992B-5FA4F19B0416}" destId="{21C2FC9E-5897-F145-9F5F-EBFB873079C4}" srcOrd="0" destOrd="0" presId="urn:microsoft.com/office/officeart/2005/8/layout/hList2"/>
    <dgm:cxn modelId="{63EFA053-1C19-7F47-ACD2-5219AE63EF29}" srcId="{92BD40A4-F3F4-4F40-BD2B-E8CAD38388BB}" destId="{8432193E-EBB7-0A4E-BBF5-2A49BB1D8B2C}" srcOrd="0" destOrd="0" parTransId="{0D2671AD-4E6A-4744-8073-9FFBFD556DDB}" sibTransId="{BF11F572-969C-F94C-86D7-C740FA73BE28}"/>
    <dgm:cxn modelId="{98641057-022D-B84B-BE76-BD3A9C769D54}" type="presOf" srcId="{F1F899F7-BB11-DF45-913E-245AC78AFE2F}" destId="{03E76927-DCF4-4E4A-871F-06B9885F9119}" srcOrd="0" destOrd="2" presId="urn:microsoft.com/office/officeart/2005/8/layout/hList2"/>
    <dgm:cxn modelId="{08575C5D-BC4C-2F40-8DFA-44650604C466}" srcId="{D3D0FE4E-AC5F-A54E-9545-F93C2DBE68E7}" destId="{062F7D67-905E-1345-916B-5974FB4F622B}" srcOrd="3" destOrd="0" parTransId="{7BA40583-46B2-0341-BE7C-A61C9FF3E3A6}" sibTransId="{467F2474-A849-2449-B2F5-3524578C39E4}"/>
    <dgm:cxn modelId="{AF8E2560-E09B-C340-9B7C-7CC716D463A6}" srcId="{FA950442-9AE3-F443-AF32-DE3BF5416037}" destId="{97AED902-6633-584A-922E-C03631F679B3}" srcOrd="1" destOrd="0" parTransId="{4E3A5903-7667-2A4B-8295-F247D24A9E64}" sibTransId="{E6511908-2356-BF4D-9288-571EF94E79D0}"/>
    <dgm:cxn modelId="{C1AB0D66-500B-264C-AF0B-ABBB96AEB230}" type="presOf" srcId="{CD3D81A4-3340-AE4E-A072-6A79A5ED88AD}" destId="{B7D7A46D-2B2E-2648-AD6C-4DCAFE7D5567}" srcOrd="0" destOrd="2" presId="urn:microsoft.com/office/officeart/2005/8/layout/hList2"/>
    <dgm:cxn modelId="{A6998B66-FB81-9546-BEC0-8EDDA4FAFC27}" srcId="{D3D0FE4E-AC5F-A54E-9545-F93C2DBE68E7}" destId="{0ED47E98-BE56-2B4E-992B-5FA4F19B0416}" srcOrd="2" destOrd="0" parTransId="{6DF86829-121B-FA4C-80C1-33717853747E}" sibTransId="{2ABBFAA9-028A-AC46-83D0-569FA99F69F0}"/>
    <dgm:cxn modelId="{C1191171-9EB4-9541-94C8-AE63D3BA8471}" srcId="{FA950442-9AE3-F443-AF32-DE3BF5416037}" destId="{4CB42CF0-1298-0248-B8EF-D2078DA1334B}" srcOrd="2" destOrd="0" parTransId="{C87C22A4-3065-874A-8B50-1F4C048136BE}" sibTransId="{8BAF8B42-E9CB-0248-B4F5-E9195526C36A}"/>
    <dgm:cxn modelId="{C636D979-1FA5-E84E-A754-E7C841323675}" srcId="{FA950442-9AE3-F443-AF32-DE3BF5416037}" destId="{7E8AA98B-84C0-C349-8452-7DFF7ED26D04}" srcOrd="0" destOrd="0" parTransId="{6E4C749D-8342-7D47-8E1F-0B189AC435CB}" sibTransId="{2B896EF6-1E72-2A4C-845B-8E839C990A47}"/>
    <dgm:cxn modelId="{88D2D07B-CE2C-604E-B95D-780B5B4EA62F}" srcId="{D3D0FE4E-AC5F-A54E-9545-F93C2DBE68E7}" destId="{FA950442-9AE3-F443-AF32-DE3BF5416037}" srcOrd="1" destOrd="0" parTransId="{D3E61186-5267-5543-B14A-F65F3D1BDC64}" sibTransId="{2AC97A78-C45C-2142-9F64-F420F3399883}"/>
    <dgm:cxn modelId="{BC3D1384-C738-1C4B-84D9-C28F2834BE61}" type="presOf" srcId="{7E8AA98B-84C0-C349-8452-7DFF7ED26D04}" destId="{8F28F622-4430-124E-AF41-D64DC44B127C}" srcOrd="0" destOrd="0" presId="urn:microsoft.com/office/officeart/2005/8/layout/hList2"/>
    <dgm:cxn modelId="{8F0EF086-C1B5-9D40-8DD3-ED930821E2FF}" type="presOf" srcId="{EA3CB780-120F-0948-97D1-9EA5D5C18DEE}" destId="{194F3476-31C9-434B-9313-86B169FB4616}" srcOrd="0" destOrd="0" presId="urn:microsoft.com/office/officeart/2005/8/layout/hList2"/>
    <dgm:cxn modelId="{C34FD78E-B3B7-4C45-95D9-C3E96E79A629}" type="presOf" srcId="{6089F03A-3AAE-C54C-B7AD-3AC52A4E093C}" destId="{194F3476-31C9-434B-9313-86B169FB4616}" srcOrd="0" destOrd="2" presId="urn:microsoft.com/office/officeart/2005/8/layout/hList2"/>
    <dgm:cxn modelId="{6134F192-0B9C-064D-B6C2-5A72EFBA1E29}" type="presOf" srcId="{97AED902-6633-584A-922E-C03631F679B3}" destId="{8F28F622-4430-124E-AF41-D64DC44B127C}" srcOrd="0" destOrd="1" presId="urn:microsoft.com/office/officeart/2005/8/layout/hList2"/>
    <dgm:cxn modelId="{5E866E98-BAE4-DE47-A959-1A21E5D7D000}" srcId="{92BD40A4-F3F4-4F40-BD2B-E8CAD38388BB}" destId="{F1F899F7-BB11-DF45-913E-245AC78AFE2F}" srcOrd="2" destOrd="0" parTransId="{668C4CC7-C13A-754D-920A-AC3B2910FF25}" sibTransId="{2AE5189D-C926-E145-A178-D948EBC08A13}"/>
    <dgm:cxn modelId="{471DB39E-D0C4-A248-BF08-B269AD218734}" srcId="{0ED47E98-BE56-2B4E-992B-5FA4F19B0416}" destId="{CD3D81A4-3340-AE4E-A072-6A79A5ED88AD}" srcOrd="2" destOrd="0" parTransId="{3406B8F0-2DB6-4042-B283-60D34973331A}" sibTransId="{49E97D3B-9004-4043-A526-E9FCDEE833E9}"/>
    <dgm:cxn modelId="{AC867B9F-326C-D640-8DAD-4BCC51EA3E9C}" type="presOf" srcId="{5BE13192-E812-9C4F-B472-58D71BB29FB3}" destId="{B7D7A46D-2B2E-2648-AD6C-4DCAFE7D5567}" srcOrd="0" destOrd="0" presId="urn:microsoft.com/office/officeart/2005/8/layout/hList2"/>
    <dgm:cxn modelId="{B3067EAD-FFE3-0B44-8877-F91198248734}" type="presOf" srcId="{5E8CFFE9-322B-824D-B4D5-67FB28B9E6A8}" destId="{B7D7A46D-2B2E-2648-AD6C-4DCAFE7D5567}" srcOrd="0" destOrd="1" presId="urn:microsoft.com/office/officeart/2005/8/layout/hList2"/>
    <dgm:cxn modelId="{16A89BB2-ACB5-C040-AF22-73F75DCD16AF}" srcId="{062F7D67-905E-1345-916B-5974FB4F622B}" destId="{EA3CB780-120F-0948-97D1-9EA5D5C18DEE}" srcOrd="0" destOrd="0" parTransId="{BD6AAD52-5057-D540-AAB8-7F59AD3397DF}" sibTransId="{C3FA241B-0803-1A40-B50F-F476DD31574C}"/>
    <dgm:cxn modelId="{A2D23FB8-F4AA-7549-91A4-5D1390FE8FB6}" type="presOf" srcId="{8432193E-EBB7-0A4E-BBF5-2A49BB1D8B2C}" destId="{03E76927-DCF4-4E4A-871F-06B9885F9119}" srcOrd="0" destOrd="0" presId="urn:microsoft.com/office/officeart/2005/8/layout/hList2"/>
    <dgm:cxn modelId="{DB2CF9BA-EF99-0842-A656-21B597D8F5DF}" srcId="{D3D0FE4E-AC5F-A54E-9545-F93C2DBE68E7}" destId="{92BD40A4-F3F4-4F40-BD2B-E8CAD38388BB}" srcOrd="0" destOrd="0" parTransId="{3E7EED4A-2B2E-EA4B-AE4A-CF9626DBEC6F}" sibTransId="{6ED091C5-0D20-8D48-A0EB-204BC1835D49}"/>
    <dgm:cxn modelId="{CBCCCCC7-0B1F-6B4C-A983-F21AAEA2F204}" srcId="{0ED47E98-BE56-2B4E-992B-5FA4F19B0416}" destId="{5BE13192-E812-9C4F-B472-58D71BB29FB3}" srcOrd="0" destOrd="0" parTransId="{521344D7-B874-9045-A9D0-04069B90255A}" sibTransId="{EE605B98-C801-8943-9F4A-CF36C61E543D}"/>
    <dgm:cxn modelId="{FEE762E0-2E5C-C740-961E-BE3B4FF0D4FB}" srcId="{062F7D67-905E-1345-916B-5974FB4F622B}" destId="{6089F03A-3AAE-C54C-B7AD-3AC52A4E093C}" srcOrd="2" destOrd="0" parTransId="{2ADAF331-B94D-4D4B-80E4-9A3D1FAA4281}" sibTransId="{AB920372-54E8-644F-96D8-FA6D94F9343D}"/>
    <dgm:cxn modelId="{3D5179E6-C2CE-0E49-9CE6-88D6C6698584}" srcId="{062F7D67-905E-1345-916B-5974FB4F622B}" destId="{3D17D117-0164-3543-AAD3-14AB866745A6}" srcOrd="1" destOrd="0" parTransId="{D7EF65FD-833C-1047-B8EE-53D1B62A919F}" sibTransId="{607E8C58-85CA-5F4E-8BAF-6F63D3B50C18}"/>
    <dgm:cxn modelId="{5BE129EA-D9AB-7B43-A0A3-6CE731A82549}" type="presOf" srcId="{0F4495B9-B789-8B41-8E34-ED255D80019A}" destId="{03E76927-DCF4-4E4A-871F-06B9885F9119}" srcOrd="0" destOrd="1" presId="urn:microsoft.com/office/officeart/2005/8/layout/hList2"/>
    <dgm:cxn modelId="{2EFE46F8-C0DC-5F48-BC5A-24DAA1284BD6}" type="presOf" srcId="{3D17D117-0164-3543-AAD3-14AB866745A6}" destId="{194F3476-31C9-434B-9313-86B169FB4616}" srcOrd="0" destOrd="1" presId="urn:microsoft.com/office/officeart/2005/8/layout/hList2"/>
    <dgm:cxn modelId="{ED9A26E9-FD34-5A4C-A04B-B40A8E368B08}" type="presParOf" srcId="{D433F107-F10E-8C45-915D-AB9439F9CB63}" destId="{85922E1C-CBE8-F54E-8813-F4B16EA81BC4}" srcOrd="0" destOrd="0" presId="urn:microsoft.com/office/officeart/2005/8/layout/hList2"/>
    <dgm:cxn modelId="{7A26AF58-6FA5-0B4C-9FB1-2400EEDDABEA}" type="presParOf" srcId="{85922E1C-CBE8-F54E-8813-F4B16EA81BC4}" destId="{1470FCB7-AF25-5F4C-8BA1-611E926E8791}" srcOrd="0" destOrd="0" presId="urn:microsoft.com/office/officeart/2005/8/layout/hList2"/>
    <dgm:cxn modelId="{F6DC92D2-76C4-1B41-91A5-DED19C94C122}" type="presParOf" srcId="{85922E1C-CBE8-F54E-8813-F4B16EA81BC4}" destId="{03E76927-DCF4-4E4A-871F-06B9885F9119}" srcOrd="1" destOrd="0" presId="urn:microsoft.com/office/officeart/2005/8/layout/hList2"/>
    <dgm:cxn modelId="{B2842E70-3968-0E43-8B7B-A2B1B95BAD64}" type="presParOf" srcId="{85922E1C-CBE8-F54E-8813-F4B16EA81BC4}" destId="{84AF58F8-E390-2749-93F7-4764D091EBD6}" srcOrd="2" destOrd="0" presId="urn:microsoft.com/office/officeart/2005/8/layout/hList2"/>
    <dgm:cxn modelId="{7F25C4C5-8ECF-2B41-B994-3F5A0AA40FF5}" type="presParOf" srcId="{D433F107-F10E-8C45-915D-AB9439F9CB63}" destId="{C8BF3E57-9A83-C348-B524-148BE0FD4331}" srcOrd="1" destOrd="0" presId="urn:microsoft.com/office/officeart/2005/8/layout/hList2"/>
    <dgm:cxn modelId="{FD0F6437-E26D-754A-8B56-4AC53A51554C}" type="presParOf" srcId="{D433F107-F10E-8C45-915D-AB9439F9CB63}" destId="{C010D578-F515-9946-8179-7A7B9E58B3BA}" srcOrd="2" destOrd="0" presId="urn:microsoft.com/office/officeart/2005/8/layout/hList2"/>
    <dgm:cxn modelId="{6ADDD07A-7C19-6945-A92D-76CB30F20E90}" type="presParOf" srcId="{C010D578-F515-9946-8179-7A7B9E58B3BA}" destId="{F4262A6D-A71C-5C4E-9E28-36FFD4648154}" srcOrd="0" destOrd="0" presId="urn:microsoft.com/office/officeart/2005/8/layout/hList2"/>
    <dgm:cxn modelId="{056B48C1-9BFF-5448-90F8-95E927DD0DB9}" type="presParOf" srcId="{C010D578-F515-9946-8179-7A7B9E58B3BA}" destId="{8F28F622-4430-124E-AF41-D64DC44B127C}" srcOrd="1" destOrd="0" presId="urn:microsoft.com/office/officeart/2005/8/layout/hList2"/>
    <dgm:cxn modelId="{46016FC8-83C3-A84D-B530-B4FFF08F9A53}" type="presParOf" srcId="{C010D578-F515-9946-8179-7A7B9E58B3BA}" destId="{2073BE65-1FE3-8649-A3D1-C95C0F8420B2}" srcOrd="2" destOrd="0" presId="urn:microsoft.com/office/officeart/2005/8/layout/hList2"/>
    <dgm:cxn modelId="{0DC5442D-3DAA-5A45-8B21-8B3DA37272E8}" type="presParOf" srcId="{D433F107-F10E-8C45-915D-AB9439F9CB63}" destId="{C64A0702-6214-1243-82B9-5D136E5EC8A6}" srcOrd="3" destOrd="0" presId="urn:microsoft.com/office/officeart/2005/8/layout/hList2"/>
    <dgm:cxn modelId="{B5A4ECB3-2604-E146-9DFA-55B4D38087B8}" type="presParOf" srcId="{D433F107-F10E-8C45-915D-AB9439F9CB63}" destId="{CDEB7A4B-92AB-7044-80A6-000849011A15}" srcOrd="4" destOrd="0" presId="urn:microsoft.com/office/officeart/2005/8/layout/hList2"/>
    <dgm:cxn modelId="{18A81F0B-E156-C041-8146-2BB73C4858B9}" type="presParOf" srcId="{CDEB7A4B-92AB-7044-80A6-000849011A15}" destId="{B4BEDBB6-D0E7-2C42-BB5E-39F20C2822F2}" srcOrd="0" destOrd="0" presId="urn:microsoft.com/office/officeart/2005/8/layout/hList2"/>
    <dgm:cxn modelId="{CA779E9A-77F6-E64A-A228-3081A092C4BD}" type="presParOf" srcId="{CDEB7A4B-92AB-7044-80A6-000849011A15}" destId="{B7D7A46D-2B2E-2648-AD6C-4DCAFE7D5567}" srcOrd="1" destOrd="0" presId="urn:microsoft.com/office/officeart/2005/8/layout/hList2"/>
    <dgm:cxn modelId="{3466A295-43A8-4441-9DE8-5CED8DD881FB}" type="presParOf" srcId="{CDEB7A4B-92AB-7044-80A6-000849011A15}" destId="{21C2FC9E-5897-F145-9F5F-EBFB873079C4}" srcOrd="2" destOrd="0" presId="urn:microsoft.com/office/officeart/2005/8/layout/hList2"/>
    <dgm:cxn modelId="{8B87B37F-2EEC-FE47-8F87-77851E9107B9}" type="presParOf" srcId="{D433F107-F10E-8C45-915D-AB9439F9CB63}" destId="{637C0BCE-21D8-384C-909E-77E53C3B8CB7}" srcOrd="5" destOrd="0" presId="urn:microsoft.com/office/officeart/2005/8/layout/hList2"/>
    <dgm:cxn modelId="{935AE0AD-6BE1-FF43-AE58-B116D6018442}" type="presParOf" srcId="{D433F107-F10E-8C45-915D-AB9439F9CB63}" destId="{AC332315-06A9-EA4F-8C52-E21BB5492176}" srcOrd="6" destOrd="0" presId="urn:microsoft.com/office/officeart/2005/8/layout/hList2"/>
    <dgm:cxn modelId="{DC1A8926-0E30-EC4C-B64B-443026DFFB7C}" type="presParOf" srcId="{AC332315-06A9-EA4F-8C52-E21BB5492176}" destId="{725E1F93-2EAC-BA44-AF10-CBD0D708ADC6}" srcOrd="0" destOrd="0" presId="urn:microsoft.com/office/officeart/2005/8/layout/hList2"/>
    <dgm:cxn modelId="{5BE2BF01-C1D9-0D46-B9BA-70A3746CF71A}" type="presParOf" srcId="{AC332315-06A9-EA4F-8C52-E21BB5492176}" destId="{194F3476-31C9-434B-9313-86B169FB4616}" srcOrd="1" destOrd="0" presId="urn:microsoft.com/office/officeart/2005/8/layout/hList2"/>
    <dgm:cxn modelId="{9CCFC6CD-FA1C-4E4C-B7DF-C25FF849D25A}" type="presParOf" srcId="{AC332315-06A9-EA4F-8C52-E21BB5492176}" destId="{F8A315E4-E36D-784E-839E-B82AAFA7EBFC}"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3D0FE4E-AC5F-A54E-9545-F93C2DBE68E7}" type="doc">
      <dgm:prSet loTypeId="urn:microsoft.com/office/officeart/2005/8/layout/hList2" loCatId="" qsTypeId="urn:microsoft.com/office/officeart/2005/8/quickstyle/simple1" qsCatId="simple" csTypeId="urn:microsoft.com/office/officeart/2005/8/colors/accent1_2" csCatId="accent1" phldr="1"/>
      <dgm:spPr/>
      <dgm:t>
        <a:bodyPr/>
        <a:lstStyle/>
        <a:p>
          <a:endParaRPr lang="en-US"/>
        </a:p>
      </dgm:t>
    </dgm:pt>
    <dgm:pt modelId="{92BD40A4-F3F4-4F40-BD2B-E8CAD38388BB}">
      <dgm:prSet phldrT="[Text]"/>
      <dgm:spPr/>
      <dgm:t>
        <a:bodyPr/>
        <a:lstStyle/>
        <a:p>
          <a:r>
            <a:rPr lang="en-US" b="0"/>
            <a:t>Deploy the Model</a:t>
          </a:r>
        </a:p>
      </dgm:t>
    </dgm:pt>
    <dgm:pt modelId="{3E7EED4A-2B2E-EA4B-AE4A-CF9626DBEC6F}" type="parTrans" cxnId="{DB2CF9BA-EF99-0842-A656-21B597D8F5DF}">
      <dgm:prSet/>
      <dgm:spPr/>
      <dgm:t>
        <a:bodyPr/>
        <a:lstStyle/>
        <a:p>
          <a:endParaRPr lang="en-US"/>
        </a:p>
      </dgm:t>
    </dgm:pt>
    <dgm:pt modelId="{6ED091C5-0D20-8D48-A0EB-204BC1835D49}" type="sibTrans" cxnId="{DB2CF9BA-EF99-0842-A656-21B597D8F5DF}">
      <dgm:prSet/>
      <dgm:spPr/>
      <dgm:t>
        <a:bodyPr/>
        <a:lstStyle/>
        <a:p>
          <a:endParaRPr lang="en-US"/>
        </a:p>
      </dgm:t>
    </dgm:pt>
    <dgm:pt modelId="{8432193E-EBB7-0A4E-BBF5-2A49BB1D8B2C}">
      <dgm:prSet phldrT="[Text]"/>
      <dgm:spPr/>
      <dgm:t>
        <a:bodyPr/>
        <a:lstStyle/>
        <a:p>
          <a:r>
            <a:rPr lang="en-US"/>
            <a:t>Automate sentiment analysis for newly published reviews </a:t>
          </a:r>
          <a:endParaRPr lang="en-US" dirty="0"/>
        </a:p>
      </dgm:t>
    </dgm:pt>
    <dgm:pt modelId="{0D2671AD-4E6A-4744-8073-9FFBFD556DDB}" type="parTrans" cxnId="{63EFA053-1C19-7F47-ACD2-5219AE63EF29}">
      <dgm:prSet/>
      <dgm:spPr/>
      <dgm:t>
        <a:bodyPr/>
        <a:lstStyle/>
        <a:p>
          <a:endParaRPr lang="en-US"/>
        </a:p>
      </dgm:t>
    </dgm:pt>
    <dgm:pt modelId="{BF11F572-969C-F94C-86D7-C740FA73BE28}" type="sibTrans" cxnId="{63EFA053-1C19-7F47-ACD2-5219AE63EF29}">
      <dgm:prSet/>
      <dgm:spPr/>
      <dgm:t>
        <a:bodyPr/>
        <a:lstStyle/>
        <a:p>
          <a:endParaRPr lang="en-US"/>
        </a:p>
      </dgm:t>
    </dgm:pt>
    <dgm:pt modelId="{FA950442-9AE3-F443-AF32-DE3BF5416037}">
      <dgm:prSet phldrT="[Text]"/>
      <dgm:spPr/>
      <dgm:t>
        <a:bodyPr/>
        <a:lstStyle/>
        <a:p>
          <a:r>
            <a:rPr lang="en-US" b="0"/>
            <a:t>Expand the Dataset</a:t>
          </a:r>
        </a:p>
      </dgm:t>
    </dgm:pt>
    <dgm:pt modelId="{D3E61186-5267-5543-B14A-F65F3D1BDC64}" type="parTrans" cxnId="{88D2D07B-CE2C-604E-B95D-780B5B4EA62F}">
      <dgm:prSet/>
      <dgm:spPr/>
      <dgm:t>
        <a:bodyPr/>
        <a:lstStyle/>
        <a:p>
          <a:endParaRPr lang="en-US"/>
        </a:p>
      </dgm:t>
    </dgm:pt>
    <dgm:pt modelId="{2AC97A78-C45C-2142-9F64-F420F3399883}" type="sibTrans" cxnId="{88D2D07B-CE2C-604E-B95D-780B5B4EA62F}">
      <dgm:prSet/>
      <dgm:spPr/>
      <dgm:t>
        <a:bodyPr/>
        <a:lstStyle/>
        <a:p>
          <a:endParaRPr lang="en-US"/>
        </a:p>
      </dgm:t>
    </dgm:pt>
    <dgm:pt modelId="{7E8AA98B-84C0-C349-8452-7DFF7ED26D04}">
      <dgm:prSet phldrT="[Text]"/>
      <dgm:spPr/>
      <dgm:t>
        <a:bodyPr/>
        <a:lstStyle/>
        <a:p>
          <a:r>
            <a:rPr lang="en-US"/>
            <a:t>Incorporate additional mountain bike review websites </a:t>
          </a:r>
          <a:endParaRPr lang="en-US" dirty="0"/>
        </a:p>
      </dgm:t>
    </dgm:pt>
    <dgm:pt modelId="{6E4C749D-8342-7D47-8E1F-0B189AC435CB}" type="parTrans" cxnId="{C636D979-1FA5-E84E-A754-E7C841323675}">
      <dgm:prSet/>
      <dgm:spPr/>
      <dgm:t>
        <a:bodyPr/>
        <a:lstStyle/>
        <a:p>
          <a:endParaRPr lang="en-US"/>
        </a:p>
      </dgm:t>
    </dgm:pt>
    <dgm:pt modelId="{2B896EF6-1E72-2A4C-845B-8E839C990A47}" type="sibTrans" cxnId="{C636D979-1FA5-E84E-A754-E7C841323675}">
      <dgm:prSet/>
      <dgm:spPr/>
      <dgm:t>
        <a:bodyPr/>
        <a:lstStyle/>
        <a:p>
          <a:endParaRPr lang="en-US"/>
        </a:p>
      </dgm:t>
    </dgm:pt>
    <dgm:pt modelId="{0ED47E98-BE56-2B4E-992B-5FA4F19B0416}">
      <dgm:prSet phldrT="[Text]"/>
      <dgm:spPr/>
      <dgm:t>
        <a:bodyPr/>
        <a:lstStyle/>
        <a:p>
          <a:r>
            <a:rPr lang="en-US"/>
            <a:t>Fine-Tune Advanced Models</a:t>
          </a:r>
        </a:p>
      </dgm:t>
    </dgm:pt>
    <dgm:pt modelId="{6DF86829-121B-FA4C-80C1-33717853747E}" type="parTrans" cxnId="{A6998B66-FB81-9546-BEC0-8EDDA4FAFC27}">
      <dgm:prSet/>
      <dgm:spPr/>
      <dgm:t>
        <a:bodyPr/>
        <a:lstStyle/>
        <a:p>
          <a:endParaRPr lang="en-US"/>
        </a:p>
      </dgm:t>
    </dgm:pt>
    <dgm:pt modelId="{2ABBFAA9-028A-AC46-83D0-569FA99F69F0}" type="sibTrans" cxnId="{A6998B66-FB81-9546-BEC0-8EDDA4FAFC27}">
      <dgm:prSet/>
      <dgm:spPr/>
      <dgm:t>
        <a:bodyPr/>
        <a:lstStyle/>
        <a:p>
          <a:endParaRPr lang="en-US"/>
        </a:p>
      </dgm:t>
    </dgm:pt>
    <dgm:pt modelId="{5BE13192-E812-9C4F-B472-58D71BB29FB3}">
      <dgm:prSet phldrT="[Text]"/>
      <dgm:spPr/>
      <dgm:t>
        <a:bodyPr/>
        <a:lstStyle/>
        <a:p>
          <a:r>
            <a:rPr lang="en-US"/>
            <a:t>Train transformer models on domain-specific review data </a:t>
          </a:r>
          <a:endParaRPr lang="en-US" dirty="0"/>
        </a:p>
      </dgm:t>
    </dgm:pt>
    <dgm:pt modelId="{521344D7-B874-9045-A9D0-04069B90255A}" type="parTrans" cxnId="{CBCCCCC7-0B1F-6B4C-A983-F21AAEA2F204}">
      <dgm:prSet/>
      <dgm:spPr/>
      <dgm:t>
        <a:bodyPr/>
        <a:lstStyle/>
        <a:p>
          <a:endParaRPr lang="en-US"/>
        </a:p>
      </dgm:t>
    </dgm:pt>
    <dgm:pt modelId="{EE605B98-C801-8943-9F4A-CF36C61E543D}" type="sibTrans" cxnId="{CBCCCCC7-0B1F-6B4C-A983-F21AAEA2F204}">
      <dgm:prSet/>
      <dgm:spPr/>
      <dgm:t>
        <a:bodyPr/>
        <a:lstStyle/>
        <a:p>
          <a:endParaRPr lang="en-US"/>
        </a:p>
      </dgm:t>
    </dgm:pt>
    <dgm:pt modelId="{EA3CB780-120F-0948-97D1-9EA5D5C18DEE}">
      <dgm:prSet phldrT="[Text]"/>
      <dgm:spPr/>
      <dgm:t>
        <a:bodyPr/>
        <a:lstStyle/>
        <a:p>
          <a:r>
            <a:rPr lang="en-US"/>
            <a:t>Build interactive dashboards </a:t>
          </a:r>
          <a:endParaRPr lang="en-US" dirty="0"/>
        </a:p>
      </dgm:t>
    </dgm:pt>
    <dgm:pt modelId="{BD6AAD52-5057-D540-AAB8-7F59AD3397DF}" type="parTrans" cxnId="{16A89BB2-ACB5-C040-AF22-73F75DCD16AF}">
      <dgm:prSet/>
      <dgm:spPr/>
      <dgm:t>
        <a:bodyPr/>
        <a:lstStyle/>
        <a:p>
          <a:endParaRPr lang="en-US"/>
        </a:p>
      </dgm:t>
    </dgm:pt>
    <dgm:pt modelId="{C3FA241B-0803-1A40-B50F-F476DD31574C}" type="sibTrans" cxnId="{16A89BB2-ACB5-C040-AF22-73F75DCD16AF}">
      <dgm:prSet/>
      <dgm:spPr/>
      <dgm:t>
        <a:bodyPr/>
        <a:lstStyle/>
        <a:p>
          <a:endParaRPr lang="en-US"/>
        </a:p>
      </dgm:t>
    </dgm:pt>
    <dgm:pt modelId="{062F7D67-905E-1345-916B-5974FB4F622B}">
      <dgm:prSet phldrT="[Text]"/>
      <dgm:spPr/>
      <dgm:t>
        <a:bodyPr/>
        <a:lstStyle/>
        <a:p>
          <a:pPr>
            <a:buNone/>
          </a:pPr>
          <a:r>
            <a:rPr lang="en-US"/>
            <a:t>Develop Decision Support Tools</a:t>
          </a:r>
        </a:p>
      </dgm:t>
    </dgm:pt>
    <dgm:pt modelId="{467F2474-A849-2449-B2F5-3524578C39E4}" type="sibTrans" cxnId="{08575C5D-BC4C-2F40-8DFA-44650604C466}">
      <dgm:prSet/>
      <dgm:spPr/>
      <dgm:t>
        <a:bodyPr/>
        <a:lstStyle/>
        <a:p>
          <a:endParaRPr lang="en-US"/>
        </a:p>
      </dgm:t>
    </dgm:pt>
    <dgm:pt modelId="{7BA40583-46B2-0341-BE7C-A61C9FF3E3A6}" type="parTrans" cxnId="{08575C5D-BC4C-2F40-8DFA-44650604C466}">
      <dgm:prSet/>
      <dgm:spPr/>
      <dgm:t>
        <a:bodyPr/>
        <a:lstStyle/>
        <a:p>
          <a:endParaRPr lang="en-US"/>
        </a:p>
      </dgm:t>
    </dgm:pt>
    <dgm:pt modelId="{5C856245-95CA-1B4E-8875-DD582B081DBE}">
      <dgm:prSet/>
      <dgm:spPr/>
      <dgm:t>
        <a:bodyPr/>
        <a:lstStyle/>
        <a:p>
          <a:pPr>
            <a:buFont typeface="Arial" panose="020B0604020202020204" pitchFamily="34" charset="0"/>
            <a:buChar char="•"/>
          </a:pPr>
          <a:r>
            <a:rPr lang="en-US"/>
            <a:t>Reduce manual review effort </a:t>
          </a:r>
        </a:p>
      </dgm:t>
    </dgm:pt>
    <dgm:pt modelId="{7B9B7B27-64A3-4041-ADB3-413014440447}" type="parTrans" cxnId="{4857C757-1A73-BA43-BB91-757030BA1B3A}">
      <dgm:prSet/>
      <dgm:spPr/>
      <dgm:t>
        <a:bodyPr/>
        <a:lstStyle/>
        <a:p>
          <a:endParaRPr lang="en-US"/>
        </a:p>
      </dgm:t>
    </dgm:pt>
    <dgm:pt modelId="{4CD8FDCC-06DB-114A-ACFD-40B3383777B0}" type="sibTrans" cxnId="{4857C757-1A73-BA43-BB91-757030BA1B3A}">
      <dgm:prSet/>
      <dgm:spPr/>
      <dgm:t>
        <a:bodyPr/>
        <a:lstStyle/>
        <a:p>
          <a:endParaRPr lang="en-US"/>
        </a:p>
      </dgm:t>
    </dgm:pt>
    <dgm:pt modelId="{EEC881CB-1320-A147-97B6-8EC137A24570}">
      <dgm:prSet/>
      <dgm:spPr/>
      <dgm:t>
        <a:bodyPr/>
        <a:lstStyle/>
        <a:p>
          <a:pPr>
            <a:buFont typeface="Arial" panose="020B0604020202020204" pitchFamily="34" charset="0"/>
            <a:buChar char="•"/>
          </a:pPr>
          <a:r>
            <a:rPr lang="en-US" dirty="0"/>
            <a:t>Provide consistent sentiment summaries </a:t>
          </a:r>
        </a:p>
      </dgm:t>
    </dgm:pt>
    <dgm:pt modelId="{4F57AA32-0A3B-4D4B-B25A-49E4104AB174}" type="parTrans" cxnId="{29F5A4BB-EFB2-B84C-AD15-13B9745DFAD9}">
      <dgm:prSet/>
      <dgm:spPr/>
      <dgm:t>
        <a:bodyPr/>
        <a:lstStyle/>
        <a:p>
          <a:endParaRPr lang="en-US"/>
        </a:p>
      </dgm:t>
    </dgm:pt>
    <dgm:pt modelId="{BC8E4C97-265C-D546-A960-F90E5A6A4F8B}" type="sibTrans" cxnId="{29F5A4BB-EFB2-B84C-AD15-13B9745DFAD9}">
      <dgm:prSet/>
      <dgm:spPr/>
      <dgm:t>
        <a:bodyPr/>
        <a:lstStyle/>
        <a:p>
          <a:endParaRPr lang="en-US"/>
        </a:p>
      </dgm:t>
    </dgm:pt>
    <dgm:pt modelId="{2270838C-6158-C842-897D-AC0A3E1B6C95}">
      <dgm:prSet/>
      <dgm:spPr/>
      <dgm:t>
        <a:bodyPr/>
        <a:lstStyle/>
        <a:p>
          <a:pPr>
            <a:buFont typeface="Arial" panose="020B0604020202020204" pitchFamily="34" charset="0"/>
            <a:buChar char="•"/>
          </a:pPr>
          <a:r>
            <a:rPr lang="en-US"/>
            <a:t>Increase training data diversity </a:t>
          </a:r>
        </a:p>
      </dgm:t>
    </dgm:pt>
    <dgm:pt modelId="{25281383-0441-1E42-BAC4-0F0A927575AA}" type="parTrans" cxnId="{00DA83E8-5300-0541-BB3E-7F005257A88A}">
      <dgm:prSet/>
      <dgm:spPr/>
      <dgm:t>
        <a:bodyPr/>
        <a:lstStyle/>
        <a:p>
          <a:endParaRPr lang="en-US"/>
        </a:p>
      </dgm:t>
    </dgm:pt>
    <dgm:pt modelId="{ADE1BB21-DDD5-CF4A-B881-9F1E7272764A}" type="sibTrans" cxnId="{00DA83E8-5300-0541-BB3E-7F005257A88A}">
      <dgm:prSet/>
      <dgm:spPr/>
      <dgm:t>
        <a:bodyPr/>
        <a:lstStyle/>
        <a:p>
          <a:endParaRPr lang="en-US"/>
        </a:p>
      </dgm:t>
    </dgm:pt>
    <dgm:pt modelId="{C55E30F0-1AE4-E54B-AA32-54D398131AE8}">
      <dgm:prSet/>
      <dgm:spPr/>
      <dgm:t>
        <a:bodyPr/>
        <a:lstStyle/>
        <a:p>
          <a:pPr>
            <a:buFont typeface="Arial" panose="020B0604020202020204" pitchFamily="34" charset="0"/>
            <a:buChar char="•"/>
          </a:pPr>
          <a:r>
            <a:rPr lang="en-US" dirty="0"/>
            <a:t>Improve model robustness and generalization</a:t>
          </a:r>
        </a:p>
      </dgm:t>
    </dgm:pt>
    <dgm:pt modelId="{EC4E5AA5-1C04-3741-87D0-F7FD2237D287}" type="parTrans" cxnId="{DC2044AF-8EE7-E441-8DD4-30A17CDF8E66}">
      <dgm:prSet/>
      <dgm:spPr/>
      <dgm:t>
        <a:bodyPr/>
        <a:lstStyle/>
        <a:p>
          <a:endParaRPr lang="en-US"/>
        </a:p>
      </dgm:t>
    </dgm:pt>
    <dgm:pt modelId="{54CD8736-84D0-AB4A-83CC-F04B283E954D}" type="sibTrans" cxnId="{DC2044AF-8EE7-E441-8DD4-30A17CDF8E66}">
      <dgm:prSet/>
      <dgm:spPr/>
      <dgm:t>
        <a:bodyPr/>
        <a:lstStyle/>
        <a:p>
          <a:endParaRPr lang="en-US"/>
        </a:p>
      </dgm:t>
    </dgm:pt>
    <dgm:pt modelId="{BECC8FB7-0A1C-3B4B-972A-8E250D62E13A}">
      <dgm:prSet/>
      <dgm:spPr/>
      <dgm:t>
        <a:bodyPr/>
        <a:lstStyle/>
        <a:p>
          <a:pPr>
            <a:buFont typeface="Arial" panose="020B0604020202020204" pitchFamily="34" charset="0"/>
            <a:buChar char="•"/>
          </a:pPr>
          <a:r>
            <a:rPr lang="en-US" dirty="0"/>
            <a:t>Evaluate domain-specific fine-tuning to improve performance</a:t>
          </a:r>
        </a:p>
      </dgm:t>
    </dgm:pt>
    <dgm:pt modelId="{D6B6A6F7-468F-9341-812E-500163DED75B}" type="parTrans" cxnId="{16C551DC-7FDD-AF48-911B-4DD8C52806A9}">
      <dgm:prSet/>
      <dgm:spPr/>
      <dgm:t>
        <a:bodyPr/>
        <a:lstStyle/>
        <a:p>
          <a:endParaRPr lang="en-US"/>
        </a:p>
      </dgm:t>
    </dgm:pt>
    <dgm:pt modelId="{90E6C7BA-84E0-764D-BF79-628DB0CF17CA}" type="sibTrans" cxnId="{16C551DC-7FDD-AF48-911B-4DD8C52806A9}">
      <dgm:prSet/>
      <dgm:spPr/>
      <dgm:t>
        <a:bodyPr/>
        <a:lstStyle/>
        <a:p>
          <a:endParaRPr lang="en-US"/>
        </a:p>
      </dgm:t>
    </dgm:pt>
    <dgm:pt modelId="{721A64C2-1FAA-B242-91D1-B193A7915F94}">
      <dgm:prSet/>
      <dgm:spPr/>
      <dgm:t>
        <a:bodyPr/>
        <a:lstStyle/>
        <a:p>
          <a:pPr>
            <a:buFont typeface="Arial" panose="020B0604020202020204" pitchFamily="34" charset="0"/>
            <a:buChar char="•"/>
          </a:pPr>
          <a:r>
            <a:rPr lang="en-US"/>
            <a:t>Track sentiment by brand, category, and publication date </a:t>
          </a:r>
        </a:p>
      </dgm:t>
    </dgm:pt>
    <dgm:pt modelId="{6504DBC6-7274-094F-948D-7AA780F46B3C}" type="parTrans" cxnId="{06CF6F3D-9126-974B-A6E7-AD1159228CDF}">
      <dgm:prSet/>
      <dgm:spPr/>
      <dgm:t>
        <a:bodyPr/>
        <a:lstStyle/>
        <a:p>
          <a:endParaRPr lang="en-US"/>
        </a:p>
      </dgm:t>
    </dgm:pt>
    <dgm:pt modelId="{4C146102-B8C7-3740-B3CE-D52C745FEFEE}" type="sibTrans" cxnId="{06CF6F3D-9126-974B-A6E7-AD1159228CDF}">
      <dgm:prSet/>
      <dgm:spPr/>
      <dgm:t>
        <a:bodyPr/>
        <a:lstStyle/>
        <a:p>
          <a:endParaRPr lang="en-US"/>
        </a:p>
      </dgm:t>
    </dgm:pt>
    <dgm:pt modelId="{126E853B-86D8-E748-9F16-66218F722623}">
      <dgm:prSet/>
      <dgm:spPr/>
      <dgm:t>
        <a:bodyPr/>
        <a:lstStyle/>
        <a:p>
          <a:pPr>
            <a:buFont typeface="Arial" panose="020B0604020202020204" pitchFamily="34" charset="0"/>
            <a:buChar char="•"/>
          </a:pPr>
          <a:r>
            <a:rPr lang="en-US" dirty="0"/>
            <a:t>Monitor trends over time</a:t>
          </a:r>
        </a:p>
      </dgm:t>
    </dgm:pt>
    <dgm:pt modelId="{5C05B589-03EC-D341-924E-38BE97C864D6}" type="parTrans" cxnId="{588EF6B7-DEE6-8542-B347-B1588AA55659}">
      <dgm:prSet/>
      <dgm:spPr/>
      <dgm:t>
        <a:bodyPr/>
        <a:lstStyle/>
        <a:p>
          <a:endParaRPr lang="en-US"/>
        </a:p>
      </dgm:t>
    </dgm:pt>
    <dgm:pt modelId="{AC715B2A-6FD6-4C41-AEB5-76022974A3A0}" type="sibTrans" cxnId="{588EF6B7-DEE6-8542-B347-B1588AA55659}">
      <dgm:prSet/>
      <dgm:spPr/>
      <dgm:t>
        <a:bodyPr/>
        <a:lstStyle/>
        <a:p>
          <a:endParaRPr lang="en-US"/>
        </a:p>
      </dgm:t>
    </dgm:pt>
    <dgm:pt modelId="{D433F107-F10E-8C45-915D-AB9439F9CB63}" type="pres">
      <dgm:prSet presAssocID="{D3D0FE4E-AC5F-A54E-9545-F93C2DBE68E7}" presName="linearFlow" presStyleCnt="0">
        <dgm:presLayoutVars>
          <dgm:dir/>
          <dgm:animLvl val="lvl"/>
          <dgm:resizeHandles/>
        </dgm:presLayoutVars>
      </dgm:prSet>
      <dgm:spPr/>
    </dgm:pt>
    <dgm:pt modelId="{85922E1C-CBE8-F54E-8813-F4B16EA81BC4}" type="pres">
      <dgm:prSet presAssocID="{92BD40A4-F3F4-4F40-BD2B-E8CAD38388BB}" presName="compositeNode" presStyleCnt="0">
        <dgm:presLayoutVars>
          <dgm:bulletEnabled val="1"/>
        </dgm:presLayoutVars>
      </dgm:prSet>
      <dgm:spPr/>
    </dgm:pt>
    <dgm:pt modelId="{1470FCB7-AF25-5F4C-8BA1-611E926E8791}" type="pres">
      <dgm:prSet presAssocID="{92BD40A4-F3F4-4F40-BD2B-E8CAD38388BB}" presName="image" presStyleLbl="fgImgPlac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Cruise ship with solid fill"/>
        </a:ext>
      </dgm:extLst>
    </dgm:pt>
    <dgm:pt modelId="{03E76927-DCF4-4E4A-871F-06B9885F9119}" type="pres">
      <dgm:prSet presAssocID="{92BD40A4-F3F4-4F40-BD2B-E8CAD38388BB}" presName="childNode" presStyleLbl="node1" presStyleIdx="0" presStyleCnt="4">
        <dgm:presLayoutVars>
          <dgm:bulletEnabled val="1"/>
        </dgm:presLayoutVars>
      </dgm:prSet>
      <dgm:spPr/>
    </dgm:pt>
    <dgm:pt modelId="{84AF58F8-E390-2749-93F7-4764D091EBD6}" type="pres">
      <dgm:prSet presAssocID="{92BD40A4-F3F4-4F40-BD2B-E8CAD38388BB}" presName="parentNode" presStyleLbl="revTx" presStyleIdx="0" presStyleCnt="4">
        <dgm:presLayoutVars>
          <dgm:chMax val="0"/>
          <dgm:bulletEnabled val="1"/>
        </dgm:presLayoutVars>
      </dgm:prSet>
      <dgm:spPr/>
    </dgm:pt>
    <dgm:pt modelId="{C8BF3E57-9A83-C348-B524-148BE0FD4331}" type="pres">
      <dgm:prSet presAssocID="{6ED091C5-0D20-8D48-A0EB-204BC1835D49}" presName="sibTrans" presStyleCnt="0"/>
      <dgm:spPr/>
    </dgm:pt>
    <dgm:pt modelId="{C010D578-F515-9946-8179-7A7B9E58B3BA}" type="pres">
      <dgm:prSet presAssocID="{FA950442-9AE3-F443-AF32-DE3BF5416037}" presName="compositeNode" presStyleCnt="0">
        <dgm:presLayoutVars>
          <dgm:bulletEnabled val="1"/>
        </dgm:presLayoutVars>
      </dgm:prSet>
      <dgm:spPr/>
    </dgm:pt>
    <dgm:pt modelId="{F4262A6D-A71C-5C4E-9E28-36FFD4648154}" type="pres">
      <dgm:prSet presAssocID="{FA950442-9AE3-F443-AF32-DE3BF5416037}" presName="image" presStyleLbl="fgImgPlac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Maximize with solid fill"/>
        </a:ext>
      </dgm:extLst>
    </dgm:pt>
    <dgm:pt modelId="{8F28F622-4430-124E-AF41-D64DC44B127C}" type="pres">
      <dgm:prSet presAssocID="{FA950442-9AE3-F443-AF32-DE3BF5416037}" presName="childNode" presStyleLbl="node1" presStyleIdx="1" presStyleCnt="4">
        <dgm:presLayoutVars>
          <dgm:bulletEnabled val="1"/>
        </dgm:presLayoutVars>
      </dgm:prSet>
      <dgm:spPr/>
    </dgm:pt>
    <dgm:pt modelId="{2073BE65-1FE3-8649-A3D1-C95C0F8420B2}" type="pres">
      <dgm:prSet presAssocID="{FA950442-9AE3-F443-AF32-DE3BF5416037}" presName="parentNode" presStyleLbl="revTx" presStyleIdx="1" presStyleCnt="4">
        <dgm:presLayoutVars>
          <dgm:chMax val="0"/>
          <dgm:bulletEnabled val="1"/>
        </dgm:presLayoutVars>
      </dgm:prSet>
      <dgm:spPr/>
    </dgm:pt>
    <dgm:pt modelId="{C64A0702-6214-1243-82B9-5D136E5EC8A6}" type="pres">
      <dgm:prSet presAssocID="{2AC97A78-C45C-2142-9F64-F420F3399883}" presName="sibTrans" presStyleCnt="0"/>
      <dgm:spPr/>
    </dgm:pt>
    <dgm:pt modelId="{CDEB7A4B-92AB-7044-80A6-000849011A15}" type="pres">
      <dgm:prSet presAssocID="{0ED47E98-BE56-2B4E-992B-5FA4F19B0416}" presName="compositeNode" presStyleCnt="0">
        <dgm:presLayoutVars>
          <dgm:bulletEnabled val="1"/>
        </dgm:presLayoutVars>
      </dgm:prSet>
      <dgm:spPr/>
    </dgm:pt>
    <dgm:pt modelId="{B4BEDBB6-D0E7-2C42-BB5E-39F20C2822F2}" type="pres">
      <dgm:prSet presAssocID="{0ED47E98-BE56-2B4E-992B-5FA4F19B0416}" presName="image" presStyleLbl="fgImgPlac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Tuning Fork with solid fill"/>
        </a:ext>
      </dgm:extLst>
    </dgm:pt>
    <dgm:pt modelId="{B7D7A46D-2B2E-2648-AD6C-4DCAFE7D5567}" type="pres">
      <dgm:prSet presAssocID="{0ED47E98-BE56-2B4E-992B-5FA4F19B0416}" presName="childNode" presStyleLbl="node1" presStyleIdx="2" presStyleCnt="4">
        <dgm:presLayoutVars>
          <dgm:bulletEnabled val="1"/>
        </dgm:presLayoutVars>
      </dgm:prSet>
      <dgm:spPr/>
    </dgm:pt>
    <dgm:pt modelId="{21C2FC9E-5897-F145-9F5F-EBFB873079C4}" type="pres">
      <dgm:prSet presAssocID="{0ED47E98-BE56-2B4E-992B-5FA4F19B0416}" presName="parentNode" presStyleLbl="revTx" presStyleIdx="2" presStyleCnt="4">
        <dgm:presLayoutVars>
          <dgm:chMax val="0"/>
          <dgm:bulletEnabled val="1"/>
        </dgm:presLayoutVars>
      </dgm:prSet>
      <dgm:spPr/>
    </dgm:pt>
    <dgm:pt modelId="{637C0BCE-21D8-384C-909E-77E53C3B8CB7}" type="pres">
      <dgm:prSet presAssocID="{2ABBFAA9-028A-AC46-83D0-569FA99F69F0}" presName="sibTrans" presStyleCnt="0"/>
      <dgm:spPr/>
    </dgm:pt>
    <dgm:pt modelId="{AC332315-06A9-EA4F-8C52-E21BB5492176}" type="pres">
      <dgm:prSet presAssocID="{062F7D67-905E-1345-916B-5974FB4F622B}" presName="compositeNode" presStyleCnt="0">
        <dgm:presLayoutVars>
          <dgm:bulletEnabled val="1"/>
        </dgm:presLayoutVars>
      </dgm:prSet>
      <dgm:spPr/>
    </dgm:pt>
    <dgm:pt modelId="{725E1F93-2EAC-BA44-AF10-CBD0D708ADC6}" type="pres">
      <dgm:prSet presAssocID="{062F7D67-905E-1345-916B-5974FB4F622B}" presName="image" presStyleLbl="fgImgPlac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Watering pot with solid fill"/>
        </a:ext>
      </dgm:extLst>
    </dgm:pt>
    <dgm:pt modelId="{194F3476-31C9-434B-9313-86B169FB4616}" type="pres">
      <dgm:prSet presAssocID="{062F7D67-905E-1345-916B-5974FB4F622B}" presName="childNode" presStyleLbl="node1" presStyleIdx="3" presStyleCnt="4">
        <dgm:presLayoutVars>
          <dgm:bulletEnabled val="1"/>
        </dgm:presLayoutVars>
      </dgm:prSet>
      <dgm:spPr/>
    </dgm:pt>
    <dgm:pt modelId="{F8A315E4-E36D-784E-839E-B82AAFA7EBFC}" type="pres">
      <dgm:prSet presAssocID="{062F7D67-905E-1345-916B-5974FB4F622B}" presName="parentNode" presStyleLbl="revTx" presStyleIdx="3" presStyleCnt="4">
        <dgm:presLayoutVars>
          <dgm:chMax val="0"/>
          <dgm:bulletEnabled val="1"/>
        </dgm:presLayoutVars>
      </dgm:prSet>
      <dgm:spPr/>
    </dgm:pt>
  </dgm:ptLst>
  <dgm:cxnLst>
    <dgm:cxn modelId="{33806101-4F3A-3B4A-AD17-FB00581E4A7A}" type="presOf" srcId="{FA950442-9AE3-F443-AF32-DE3BF5416037}" destId="{2073BE65-1FE3-8649-A3D1-C95C0F8420B2}" srcOrd="0" destOrd="0" presId="urn:microsoft.com/office/officeart/2005/8/layout/hList2"/>
    <dgm:cxn modelId="{93A94D03-BBA6-CD45-B9A4-5625A19A1663}" type="presOf" srcId="{2270838C-6158-C842-897D-AC0A3E1B6C95}" destId="{8F28F622-4430-124E-AF41-D64DC44B127C}" srcOrd="0" destOrd="1" presId="urn:microsoft.com/office/officeart/2005/8/layout/hList2"/>
    <dgm:cxn modelId="{BA2CFC05-93F0-C24A-89B4-63B7029CE2A9}" type="presOf" srcId="{D3D0FE4E-AC5F-A54E-9545-F93C2DBE68E7}" destId="{D433F107-F10E-8C45-915D-AB9439F9CB63}" srcOrd="0" destOrd="0" presId="urn:microsoft.com/office/officeart/2005/8/layout/hList2"/>
    <dgm:cxn modelId="{93C3680E-5B2D-EF41-9803-DCC26D2E05A1}" type="presOf" srcId="{C55E30F0-1AE4-E54B-AA32-54D398131AE8}" destId="{8F28F622-4430-124E-AF41-D64DC44B127C}" srcOrd="0" destOrd="2" presId="urn:microsoft.com/office/officeart/2005/8/layout/hList2"/>
    <dgm:cxn modelId="{C29AA828-EFFF-5C4B-908A-0303AC92C6FE}" type="presOf" srcId="{92BD40A4-F3F4-4F40-BD2B-E8CAD38388BB}" destId="{84AF58F8-E390-2749-93F7-4764D091EBD6}" srcOrd="0" destOrd="0" presId="urn:microsoft.com/office/officeart/2005/8/layout/hList2"/>
    <dgm:cxn modelId="{9418E82A-A021-7645-BE2B-5F84B0DBCA6C}" type="presOf" srcId="{126E853B-86D8-E748-9F16-66218F722623}" destId="{194F3476-31C9-434B-9313-86B169FB4616}" srcOrd="0" destOrd="2" presId="urn:microsoft.com/office/officeart/2005/8/layout/hList2"/>
    <dgm:cxn modelId="{BE79DC2B-6FA6-6449-B5CB-5BAF6FE07EE2}" type="presOf" srcId="{721A64C2-1FAA-B242-91D1-B193A7915F94}" destId="{194F3476-31C9-434B-9313-86B169FB4616}" srcOrd="0" destOrd="1" presId="urn:microsoft.com/office/officeart/2005/8/layout/hList2"/>
    <dgm:cxn modelId="{06CF6F3D-9126-974B-A6E7-AD1159228CDF}" srcId="{062F7D67-905E-1345-916B-5974FB4F622B}" destId="{721A64C2-1FAA-B242-91D1-B193A7915F94}" srcOrd="1" destOrd="0" parTransId="{6504DBC6-7274-094F-948D-7AA780F46B3C}" sibTransId="{4C146102-B8C7-3740-B3CE-D52C745FEFEE}"/>
    <dgm:cxn modelId="{6F93353F-A611-1447-A8A8-AD9A56D45A32}" type="presOf" srcId="{062F7D67-905E-1345-916B-5974FB4F622B}" destId="{F8A315E4-E36D-784E-839E-B82AAFA7EBFC}" srcOrd="0" destOrd="0" presId="urn:microsoft.com/office/officeart/2005/8/layout/hList2"/>
    <dgm:cxn modelId="{5B45D845-0D1E-F441-860A-E01093AC6D52}" type="presOf" srcId="{0ED47E98-BE56-2B4E-992B-5FA4F19B0416}" destId="{21C2FC9E-5897-F145-9F5F-EBFB873079C4}" srcOrd="0" destOrd="0" presId="urn:microsoft.com/office/officeart/2005/8/layout/hList2"/>
    <dgm:cxn modelId="{63EFA053-1C19-7F47-ACD2-5219AE63EF29}" srcId="{92BD40A4-F3F4-4F40-BD2B-E8CAD38388BB}" destId="{8432193E-EBB7-0A4E-BBF5-2A49BB1D8B2C}" srcOrd="0" destOrd="0" parTransId="{0D2671AD-4E6A-4744-8073-9FFBFD556DDB}" sibTransId="{BF11F572-969C-F94C-86D7-C740FA73BE28}"/>
    <dgm:cxn modelId="{4857C757-1A73-BA43-BB91-757030BA1B3A}" srcId="{92BD40A4-F3F4-4F40-BD2B-E8CAD38388BB}" destId="{5C856245-95CA-1B4E-8875-DD582B081DBE}" srcOrd="1" destOrd="0" parTransId="{7B9B7B27-64A3-4041-ADB3-413014440447}" sibTransId="{4CD8FDCC-06DB-114A-ACFD-40B3383777B0}"/>
    <dgm:cxn modelId="{08575C5D-BC4C-2F40-8DFA-44650604C466}" srcId="{D3D0FE4E-AC5F-A54E-9545-F93C2DBE68E7}" destId="{062F7D67-905E-1345-916B-5974FB4F622B}" srcOrd="3" destOrd="0" parTransId="{7BA40583-46B2-0341-BE7C-A61C9FF3E3A6}" sibTransId="{467F2474-A849-2449-B2F5-3524578C39E4}"/>
    <dgm:cxn modelId="{A6998B66-FB81-9546-BEC0-8EDDA4FAFC27}" srcId="{D3D0FE4E-AC5F-A54E-9545-F93C2DBE68E7}" destId="{0ED47E98-BE56-2B4E-992B-5FA4F19B0416}" srcOrd="2" destOrd="0" parTransId="{6DF86829-121B-FA4C-80C1-33717853747E}" sibTransId="{2ABBFAA9-028A-AC46-83D0-569FA99F69F0}"/>
    <dgm:cxn modelId="{C636D979-1FA5-E84E-A754-E7C841323675}" srcId="{FA950442-9AE3-F443-AF32-DE3BF5416037}" destId="{7E8AA98B-84C0-C349-8452-7DFF7ED26D04}" srcOrd="0" destOrd="0" parTransId="{6E4C749D-8342-7D47-8E1F-0B189AC435CB}" sibTransId="{2B896EF6-1E72-2A4C-845B-8E839C990A47}"/>
    <dgm:cxn modelId="{1108C67B-4A1A-284A-A493-3BACBC38693C}" type="presOf" srcId="{EEC881CB-1320-A147-97B6-8EC137A24570}" destId="{03E76927-DCF4-4E4A-871F-06B9885F9119}" srcOrd="0" destOrd="2" presId="urn:microsoft.com/office/officeart/2005/8/layout/hList2"/>
    <dgm:cxn modelId="{88D2D07B-CE2C-604E-B95D-780B5B4EA62F}" srcId="{D3D0FE4E-AC5F-A54E-9545-F93C2DBE68E7}" destId="{FA950442-9AE3-F443-AF32-DE3BF5416037}" srcOrd="1" destOrd="0" parTransId="{D3E61186-5267-5543-B14A-F65F3D1BDC64}" sibTransId="{2AC97A78-C45C-2142-9F64-F420F3399883}"/>
    <dgm:cxn modelId="{BC3D1384-C738-1C4B-84D9-C28F2834BE61}" type="presOf" srcId="{7E8AA98B-84C0-C349-8452-7DFF7ED26D04}" destId="{8F28F622-4430-124E-AF41-D64DC44B127C}" srcOrd="0" destOrd="0" presId="urn:microsoft.com/office/officeart/2005/8/layout/hList2"/>
    <dgm:cxn modelId="{8F0EF086-C1B5-9D40-8DD3-ED930821E2FF}" type="presOf" srcId="{EA3CB780-120F-0948-97D1-9EA5D5C18DEE}" destId="{194F3476-31C9-434B-9313-86B169FB4616}" srcOrd="0" destOrd="0" presId="urn:microsoft.com/office/officeart/2005/8/layout/hList2"/>
    <dgm:cxn modelId="{AC867B9F-326C-D640-8DAD-4BCC51EA3E9C}" type="presOf" srcId="{5BE13192-E812-9C4F-B472-58D71BB29FB3}" destId="{B7D7A46D-2B2E-2648-AD6C-4DCAFE7D5567}" srcOrd="0" destOrd="0" presId="urn:microsoft.com/office/officeart/2005/8/layout/hList2"/>
    <dgm:cxn modelId="{DC2044AF-8EE7-E441-8DD4-30A17CDF8E66}" srcId="{FA950442-9AE3-F443-AF32-DE3BF5416037}" destId="{C55E30F0-1AE4-E54B-AA32-54D398131AE8}" srcOrd="2" destOrd="0" parTransId="{EC4E5AA5-1C04-3741-87D0-F7FD2237D287}" sibTransId="{54CD8736-84D0-AB4A-83CC-F04B283E954D}"/>
    <dgm:cxn modelId="{16A89BB2-ACB5-C040-AF22-73F75DCD16AF}" srcId="{062F7D67-905E-1345-916B-5974FB4F622B}" destId="{EA3CB780-120F-0948-97D1-9EA5D5C18DEE}" srcOrd="0" destOrd="0" parTransId="{BD6AAD52-5057-D540-AAB8-7F59AD3397DF}" sibTransId="{C3FA241B-0803-1A40-B50F-F476DD31574C}"/>
    <dgm:cxn modelId="{588EF6B7-DEE6-8542-B347-B1588AA55659}" srcId="{062F7D67-905E-1345-916B-5974FB4F622B}" destId="{126E853B-86D8-E748-9F16-66218F722623}" srcOrd="2" destOrd="0" parTransId="{5C05B589-03EC-D341-924E-38BE97C864D6}" sibTransId="{AC715B2A-6FD6-4C41-AEB5-76022974A3A0}"/>
    <dgm:cxn modelId="{A2D23FB8-F4AA-7549-91A4-5D1390FE8FB6}" type="presOf" srcId="{8432193E-EBB7-0A4E-BBF5-2A49BB1D8B2C}" destId="{03E76927-DCF4-4E4A-871F-06B9885F9119}" srcOrd="0" destOrd="0" presId="urn:microsoft.com/office/officeart/2005/8/layout/hList2"/>
    <dgm:cxn modelId="{DB2CF9BA-EF99-0842-A656-21B597D8F5DF}" srcId="{D3D0FE4E-AC5F-A54E-9545-F93C2DBE68E7}" destId="{92BD40A4-F3F4-4F40-BD2B-E8CAD38388BB}" srcOrd="0" destOrd="0" parTransId="{3E7EED4A-2B2E-EA4B-AE4A-CF9626DBEC6F}" sibTransId="{6ED091C5-0D20-8D48-A0EB-204BC1835D49}"/>
    <dgm:cxn modelId="{29F5A4BB-EFB2-B84C-AD15-13B9745DFAD9}" srcId="{92BD40A4-F3F4-4F40-BD2B-E8CAD38388BB}" destId="{EEC881CB-1320-A147-97B6-8EC137A24570}" srcOrd="2" destOrd="0" parTransId="{4F57AA32-0A3B-4D4B-B25A-49E4104AB174}" sibTransId="{BC8E4C97-265C-D546-A960-F90E5A6A4F8B}"/>
    <dgm:cxn modelId="{CBCCCCC7-0B1F-6B4C-A983-F21AAEA2F204}" srcId="{0ED47E98-BE56-2B4E-992B-5FA4F19B0416}" destId="{5BE13192-E812-9C4F-B472-58D71BB29FB3}" srcOrd="0" destOrd="0" parTransId="{521344D7-B874-9045-A9D0-04069B90255A}" sibTransId="{EE605B98-C801-8943-9F4A-CF36C61E543D}"/>
    <dgm:cxn modelId="{BB329AD1-F11A-174C-BCB6-4493D9032991}" type="presOf" srcId="{5C856245-95CA-1B4E-8875-DD582B081DBE}" destId="{03E76927-DCF4-4E4A-871F-06B9885F9119}" srcOrd="0" destOrd="1" presId="urn:microsoft.com/office/officeart/2005/8/layout/hList2"/>
    <dgm:cxn modelId="{16C551DC-7FDD-AF48-911B-4DD8C52806A9}" srcId="{0ED47E98-BE56-2B4E-992B-5FA4F19B0416}" destId="{BECC8FB7-0A1C-3B4B-972A-8E250D62E13A}" srcOrd="1" destOrd="0" parTransId="{D6B6A6F7-468F-9341-812E-500163DED75B}" sibTransId="{90E6C7BA-84E0-764D-BF79-628DB0CF17CA}"/>
    <dgm:cxn modelId="{00DA83E8-5300-0541-BB3E-7F005257A88A}" srcId="{FA950442-9AE3-F443-AF32-DE3BF5416037}" destId="{2270838C-6158-C842-897D-AC0A3E1B6C95}" srcOrd="1" destOrd="0" parTransId="{25281383-0441-1E42-BAC4-0F0A927575AA}" sibTransId="{ADE1BB21-DDD5-CF4A-B881-9F1E7272764A}"/>
    <dgm:cxn modelId="{82A415EE-69A2-BD4D-8D41-5CE6CA794BF5}" type="presOf" srcId="{BECC8FB7-0A1C-3B4B-972A-8E250D62E13A}" destId="{B7D7A46D-2B2E-2648-AD6C-4DCAFE7D5567}" srcOrd="0" destOrd="1" presId="urn:microsoft.com/office/officeart/2005/8/layout/hList2"/>
    <dgm:cxn modelId="{ED9A26E9-FD34-5A4C-A04B-B40A8E368B08}" type="presParOf" srcId="{D433F107-F10E-8C45-915D-AB9439F9CB63}" destId="{85922E1C-CBE8-F54E-8813-F4B16EA81BC4}" srcOrd="0" destOrd="0" presId="urn:microsoft.com/office/officeart/2005/8/layout/hList2"/>
    <dgm:cxn modelId="{7A26AF58-6FA5-0B4C-9FB1-2400EEDDABEA}" type="presParOf" srcId="{85922E1C-CBE8-F54E-8813-F4B16EA81BC4}" destId="{1470FCB7-AF25-5F4C-8BA1-611E926E8791}" srcOrd="0" destOrd="0" presId="urn:microsoft.com/office/officeart/2005/8/layout/hList2"/>
    <dgm:cxn modelId="{F6DC92D2-76C4-1B41-91A5-DED19C94C122}" type="presParOf" srcId="{85922E1C-CBE8-F54E-8813-F4B16EA81BC4}" destId="{03E76927-DCF4-4E4A-871F-06B9885F9119}" srcOrd="1" destOrd="0" presId="urn:microsoft.com/office/officeart/2005/8/layout/hList2"/>
    <dgm:cxn modelId="{B2842E70-3968-0E43-8B7B-A2B1B95BAD64}" type="presParOf" srcId="{85922E1C-CBE8-F54E-8813-F4B16EA81BC4}" destId="{84AF58F8-E390-2749-93F7-4764D091EBD6}" srcOrd="2" destOrd="0" presId="urn:microsoft.com/office/officeart/2005/8/layout/hList2"/>
    <dgm:cxn modelId="{7F25C4C5-8ECF-2B41-B994-3F5A0AA40FF5}" type="presParOf" srcId="{D433F107-F10E-8C45-915D-AB9439F9CB63}" destId="{C8BF3E57-9A83-C348-B524-148BE0FD4331}" srcOrd="1" destOrd="0" presId="urn:microsoft.com/office/officeart/2005/8/layout/hList2"/>
    <dgm:cxn modelId="{FD0F6437-E26D-754A-8B56-4AC53A51554C}" type="presParOf" srcId="{D433F107-F10E-8C45-915D-AB9439F9CB63}" destId="{C010D578-F515-9946-8179-7A7B9E58B3BA}" srcOrd="2" destOrd="0" presId="urn:microsoft.com/office/officeart/2005/8/layout/hList2"/>
    <dgm:cxn modelId="{6ADDD07A-7C19-6945-A92D-76CB30F20E90}" type="presParOf" srcId="{C010D578-F515-9946-8179-7A7B9E58B3BA}" destId="{F4262A6D-A71C-5C4E-9E28-36FFD4648154}" srcOrd="0" destOrd="0" presId="urn:microsoft.com/office/officeart/2005/8/layout/hList2"/>
    <dgm:cxn modelId="{056B48C1-9BFF-5448-90F8-95E927DD0DB9}" type="presParOf" srcId="{C010D578-F515-9946-8179-7A7B9E58B3BA}" destId="{8F28F622-4430-124E-AF41-D64DC44B127C}" srcOrd="1" destOrd="0" presId="urn:microsoft.com/office/officeart/2005/8/layout/hList2"/>
    <dgm:cxn modelId="{46016FC8-83C3-A84D-B530-B4FFF08F9A53}" type="presParOf" srcId="{C010D578-F515-9946-8179-7A7B9E58B3BA}" destId="{2073BE65-1FE3-8649-A3D1-C95C0F8420B2}" srcOrd="2" destOrd="0" presId="urn:microsoft.com/office/officeart/2005/8/layout/hList2"/>
    <dgm:cxn modelId="{0DC5442D-3DAA-5A45-8B21-8B3DA37272E8}" type="presParOf" srcId="{D433F107-F10E-8C45-915D-AB9439F9CB63}" destId="{C64A0702-6214-1243-82B9-5D136E5EC8A6}" srcOrd="3" destOrd="0" presId="urn:microsoft.com/office/officeart/2005/8/layout/hList2"/>
    <dgm:cxn modelId="{B5A4ECB3-2604-E146-9DFA-55B4D38087B8}" type="presParOf" srcId="{D433F107-F10E-8C45-915D-AB9439F9CB63}" destId="{CDEB7A4B-92AB-7044-80A6-000849011A15}" srcOrd="4" destOrd="0" presId="urn:microsoft.com/office/officeart/2005/8/layout/hList2"/>
    <dgm:cxn modelId="{18A81F0B-E156-C041-8146-2BB73C4858B9}" type="presParOf" srcId="{CDEB7A4B-92AB-7044-80A6-000849011A15}" destId="{B4BEDBB6-D0E7-2C42-BB5E-39F20C2822F2}" srcOrd="0" destOrd="0" presId="urn:microsoft.com/office/officeart/2005/8/layout/hList2"/>
    <dgm:cxn modelId="{CA779E9A-77F6-E64A-A228-3081A092C4BD}" type="presParOf" srcId="{CDEB7A4B-92AB-7044-80A6-000849011A15}" destId="{B7D7A46D-2B2E-2648-AD6C-4DCAFE7D5567}" srcOrd="1" destOrd="0" presId="urn:microsoft.com/office/officeart/2005/8/layout/hList2"/>
    <dgm:cxn modelId="{3466A295-43A8-4441-9DE8-5CED8DD881FB}" type="presParOf" srcId="{CDEB7A4B-92AB-7044-80A6-000849011A15}" destId="{21C2FC9E-5897-F145-9F5F-EBFB873079C4}" srcOrd="2" destOrd="0" presId="urn:microsoft.com/office/officeart/2005/8/layout/hList2"/>
    <dgm:cxn modelId="{8B87B37F-2EEC-FE47-8F87-77851E9107B9}" type="presParOf" srcId="{D433F107-F10E-8C45-915D-AB9439F9CB63}" destId="{637C0BCE-21D8-384C-909E-77E53C3B8CB7}" srcOrd="5" destOrd="0" presId="urn:microsoft.com/office/officeart/2005/8/layout/hList2"/>
    <dgm:cxn modelId="{935AE0AD-6BE1-FF43-AE58-B116D6018442}" type="presParOf" srcId="{D433F107-F10E-8C45-915D-AB9439F9CB63}" destId="{AC332315-06A9-EA4F-8C52-E21BB5492176}" srcOrd="6" destOrd="0" presId="urn:microsoft.com/office/officeart/2005/8/layout/hList2"/>
    <dgm:cxn modelId="{DC1A8926-0E30-EC4C-B64B-443026DFFB7C}" type="presParOf" srcId="{AC332315-06A9-EA4F-8C52-E21BB5492176}" destId="{725E1F93-2EAC-BA44-AF10-CBD0D708ADC6}" srcOrd="0" destOrd="0" presId="urn:microsoft.com/office/officeart/2005/8/layout/hList2"/>
    <dgm:cxn modelId="{5BE2BF01-C1D9-0D46-B9BA-70A3746CF71A}" type="presParOf" srcId="{AC332315-06A9-EA4F-8C52-E21BB5492176}" destId="{194F3476-31C9-434B-9313-86B169FB4616}" srcOrd="1" destOrd="0" presId="urn:microsoft.com/office/officeart/2005/8/layout/hList2"/>
    <dgm:cxn modelId="{9CCFC6CD-FA1C-4E4C-B7DF-C25FF849D25A}" type="presParOf" srcId="{AC332315-06A9-EA4F-8C52-E21BB5492176}" destId="{F8A315E4-E36D-784E-839E-B82AAFA7EBFC}"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8BEF27D-19DD-B746-9F6C-5C959DF892BE}" type="doc">
      <dgm:prSet loTypeId="urn:microsoft.com/office/officeart/2005/8/layout/hList6" loCatId="" qsTypeId="urn:microsoft.com/office/officeart/2005/8/quickstyle/simple1" qsCatId="simple" csTypeId="urn:microsoft.com/office/officeart/2005/8/colors/accent1_2" csCatId="accent1" phldr="1"/>
      <dgm:spPr/>
      <dgm:t>
        <a:bodyPr/>
        <a:lstStyle/>
        <a:p>
          <a:endParaRPr lang="en-US"/>
        </a:p>
      </dgm:t>
    </dgm:pt>
    <dgm:pt modelId="{89BA0992-889D-1345-B8CB-E8B3889CD3E9}">
      <dgm:prSet phldrT="[Text]"/>
      <dgm:spPr/>
      <dgm:t>
        <a:bodyPr/>
        <a:lstStyle/>
        <a:p>
          <a:pPr>
            <a:buNone/>
          </a:pPr>
          <a:r>
            <a:rPr lang="en-US" b="0" dirty="0"/>
            <a:t>✓ Domain-specific labeled data outperformed general-purpose sentiment analysis approaches.</a:t>
          </a:r>
        </a:p>
      </dgm:t>
    </dgm:pt>
    <dgm:pt modelId="{BCDB67B7-0AB0-4543-884C-267509CA11DE}" type="parTrans" cxnId="{B782A7DF-AA52-5646-A5F9-2F997B6FBEB7}">
      <dgm:prSet/>
      <dgm:spPr/>
      <dgm:t>
        <a:bodyPr/>
        <a:lstStyle/>
        <a:p>
          <a:endParaRPr lang="en-US"/>
        </a:p>
      </dgm:t>
    </dgm:pt>
    <dgm:pt modelId="{BB5B6D25-EFCD-AC48-9661-1B3C25428D64}" type="sibTrans" cxnId="{B782A7DF-AA52-5646-A5F9-2F997B6FBEB7}">
      <dgm:prSet/>
      <dgm:spPr/>
      <dgm:t>
        <a:bodyPr/>
        <a:lstStyle/>
        <a:p>
          <a:endParaRPr lang="en-US"/>
        </a:p>
      </dgm:t>
    </dgm:pt>
    <dgm:pt modelId="{731FD82A-D73D-C54C-AE2C-1DC015E0D98C}">
      <dgm:prSet phldrT="[Text]"/>
      <dgm:spPr/>
      <dgm:t>
        <a:bodyPr/>
        <a:lstStyle/>
        <a:p>
          <a:pPr>
            <a:buNone/>
          </a:pPr>
          <a:r>
            <a:rPr lang="en-US" dirty="0"/>
            <a:t>✓ TF-IDF with Logistic Regression achieved the strongest overall balanced performance.</a:t>
          </a:r>
        </a:p>
      </dgm:t>
    </dgm:pt>
    <dgm:pt modelId="{9DD997C6-2815-D84E-9C84-058FEFF844F6}" type="parTrans" cxnId="{AF3B12A2-1EB9-3F44-96F8-87AC6D175E60}">
      <dgm:prSet/>
      <dgm:spPr/>
      <dgm:t>
        <a:bodyPr/>
        <a:lstStyle/>
        <a:p>
          <a:endParaRPr lang="en-US"/>
        </a:p>
      </dgm:t>
    </dgm:pt>
    <dgm:pt modelId="{4CC2F419-35B0-5047-ABD7-E263B0108A97}" type="sibTrans" cxnId="{AF3B12A2-1EB9-3F44-96F8-87AC6D175E60}">
      <dgm:prSet/>
      <dgm:spPr/>
      <dgm:t>
        <a:bodyPr/>
        <a:lstStyle/>
        <a:p>
          <a:endParaRPr lang="en-US"/>
        </a:p>
      </dgm:t>
    </dgm:pt>
    <dgm:pt modelId="{E88EB233-2C65-D947-B38A-FDC3EE597E7D}">
      <dgm:prSet/>
      <dgm:spPr/>
      <dgm:t>
        <a:bodyPr/>
        <a:lstStyle/>
        <a:p>
          <a:pPr>
            <a:buNone/>
          </a:pPr>
          <a:r>
            <a:rPr lang="en-US"/>
            <a:t>✓ Automated sentiment analysis enables scalable analysis of professional mountain bike product reviews.</a:t>
          </a:r>
        </a:p>
      </dgm:t>
    </dgm:pt>
    <dgm:pt modelId="{55079F53-3075-D042-9CF8-F8C55984EEBD}" type="parTrans" cxnId="{1560627C-E55B-B645-9E53-B38D9409A77B}">
      <dgm:prSet/>
      <dgm:spPr/>
      <dgm:t>
        <a:bodyPr/>
        <a:lstStyle/>
        <a:p>
          <a:endParaRPr lang="en-US"/>
        </a:p>
      </dgm:t>
    </dgm:pt>
    <dgm:pt modelId="{2D85050F-08A7-924E-8023-DDA5FE33A528}" type="sibTrans" cxnId="{1560627C-E55B-B645-9E53-B38D9409A77B}">
      <dgm:prSet/>
      <dgm:spPr/>
      <dgm:t>
        <a:bodyPr/>
        <a:lstStyle/>
        <a:p>
          <a:endParaRPr lang="en-US"/>
        </a:p>
      </dgm:t>
    </dgm:pt>
    <dgm:pt modelId="{AF23A845-278A-B54F-A9EF-DCE2F539D1CA}">
      <dgm:prSet/>
      <dgm:spPr/>
      <dgm:t>
        <a:bodyPr/>
        <a:lstStyle/>
        <a:p>
          <a:pPr>
            <a:buNone/>
          </a:pPr>
          <a:r>
            <a:rPr lang="en-US" b="0" dirty="0"/>
            <a:t>✓ Provides a foundation for future NLP research and business deployment.</a:t>
          </a:r>
        </a:p>
      </dgm:t>
    </dgm:pt>
    <dgm:pt modelId="{C2777849-7447-CC42-B3A3-045643BA872B}" type="parTrans" cxnId="{0BBC47E1-1D5B-7A45-B6DE-3FFB907B433E}">
      <dgm:prSet/>
      <dgm:spPr/>
      <dgm:t>
        <a:bodyPr/>
        <a:lstStyle/>
        <a:p>
          <a:endParaRPr lang="en-US"/>
        </a:p>
      </dgm:t>
    </dgm:pt>
    <dgm:pt modelId="{EDA0542C-FFC5-E84E-A027-4985DDE94731}" type="sibTrans" cxnId="{0BBC47E1-1D5B-7A45-B6DE-3FFB907B433E}">
      <dgm:prSet/>
      <dgm:spPr/>
      <dgm:t>
        <a:bodyPr/>
        <a:lstStyle/>
        <a:p>
          <a:endParaRPr lang="en-US"/>
        </a:p>
      </dgm:t>
    </dgm:pt>
    <dgm:pt modelId="{53B912F0-58CD-E945-AA33-173E8574371F}" type="pres">
      <dgm:prSet presAssocID="{A8BEF27D-19DD-B746-9F6C-5C959DF892BE}" presName="Name0" presStyleCnt="0">
        <dgm:presLayoutVars>
          <dgm:dir/>
          <dgm:resizeHandles val="exact"/>
        </dgm:presLayoutVars>
      </dgm:prSet>
      <dgm:spPr/>
    </dgm:pt>
    <dgm:pt modelId="{DC3BB1C3-31C6-2B4F-A557-8D20D836FAAC}" type="pres">
      <dgm:prSet presAssocID="{89BA0992-889D-1345-B8CB-E8B3889CD3E9}" presName="node" presStyleLbl="node1" presStyleIdx="0" presStyleCnt="4">
        <dgm:presLayoutVars>
          <dgm:bulletEnabled val="1"/>
        </dgm:presLayoutVars>
      </dgm:prSet>
      <dgm:spPr/>
    </dgm:pt>
    <dgm:pt modelId="{849D102B-745A-A442-B53B-73107357D938}" type="pres">
      <dgm:prSet presAssocID="{BB5B6D25-EFCD-AC48-9661-1B3C25428D64}" presName="sibTrans" presStyleCnt="0"/>
      <dgm:spPr/>
    </dgm:pt>
    <dgm:pt modelId="{CC295B3E-C0DF-844E-9581-2BD7A97F0E64}" type="pres">
      <dgm:prSet presAssocID="{731FD82A-D73D-C54C-AE2C-1DC015E0D98C}" presName="node" presStyleLbl="node1" presStyleIdx="1" presStyleCnt="4">
        <dgm:presLayoutVars>
          <dgm:bulletEnabled val="1"/>
        </dgm:presLayoutVars>
      </dgm:prSet>
      <dgm:spPr/>
    </dgm:pt>
    <dgm:pt modelId="{CCA4E50B-36FA-174F-A0DF-76582D48EA13}" type="pres">
      <dgm:prSet presAssocID="{4CC2F419-35B0-5047-ABD7-E263B0108A97}" presName="sibTrans" presStyleCnt="0"/>
      <dgm:spPr/>
    </dgm:pt>
    <dgm:pt modelId="{E563F9EF-6CFF-8F46-9BFE-D901D5B6D574}" type="pres">
      <dgm:prSet presAssocID="{E88EB233-2C65-D947-B38A-FDC3EE597E7D}" presName="node" presStyleLbl="node1" presStyleIdx="2" presStyleCnt="4">
        <dgm:presLayoutVars>
          <dgm:bulletEnabled val="1"/>
        </dgm:presLayoutVars>
      </dgm:prSet>
      <dgm:spPr/>
    </dgm:pt>
    <dgm:pt modelId="{FFE7AB5A-7E71-8F45-87D6-2CB00930D85D}" type="pres">
      <dgm:prSet presAssocID="{2D85050F-08A7-924E-8023-DDA5FE33A528}" presName="sibTrans" presStyleCnt="0"/>
      <dgm:spPr/>
    </dgm:pt>
    <dgm:pt modelId="{64EC178E-DF8E-2143-9AE7-05D84C2A844A}" type="pres">
      <dgm:prSet presAssocID="{AF23A845-278A-B54F-A9EF-DCE2F539D1CA}" presName="node" presStyleLbl="node1" presStyleIdx="3" presStyleCnt="4">
        <dgm:presLayoutVars>
          <dgm:bulletEnabled val="1"/>
        </dgm:presLayoutVars>
      </dgm:prSet>
      <dgm:spPr/>
    </dgm:pt>
  </dgm:ptLst>
  <dgm:cxnLst>
    <dgm:cxn modelId="{1560627C-E55B-B645-9E53-B38D9409A77B}" srcId="{A8BEF27D-19DD-B746-9F6C-5C959DF892BE}" destId="{E88EB233-2C65-D947-B38A-FDC3EE597E7D}" srcOrd="2" destOrd="0" parTransId="{55079F53-3075-D042-9CF8-F8C55984EEBD}" sibTransId="{2D85050F-08A7-924E-8023-DDA5FE33A528}"/>
    <dgm:cxn modelId="{EE680B94-0394-0B42-A490-2F338AEC7C53}" type="presOf" srcId="{AF23A845-278A-B54F-A9EF-DCE2F539D1CA}" destId="{64EC178E-DF8E-2143-9AE7-05D84C2A844A}" srcOrd="0" destOrd="0" presId="urn:microsoft.com/office/officeart/2005/8/layout/hList6"/>
    <dgm:cxn modelId="{AF3B12A2-1EB9-3F44-96F8-87AC6D175E60}" srcId="{A8BEF27D-19DD-B746-9F6C-5C959DF892BE}" destId="{731FD82A-D73D-C54C-AE2C-1DC015E0D98C}" srcOrd="1" destOrd="0" parTransId="{9DD997C6-2815-D84E-9C84-058FEFF844F6}" sibTransId="{4CC2F419-35B0-5047-ABD7-E263B0108A97}"/>
    <dgm:cxn modelId="{65DC5BA2-F51A-374F-872D-DD54F3BA0689}" type="presOf" srcId="{89BA0992-889D-1345-B8CB-E8B3889CD3E9}" destId="{DC3BB1C3-31C6-2B4F-A557-8D20D836FAAC}" srcOrd="0" destOrd="0" presId="urn:microsoft.com/office/officeart/2005/8/layout/hList6"/>
    <dgm:cxn modelId="{457D52C8-87E1-7241-9C2A-E6645EB3F091}" type="presOf" srcId="{731FD82A-D73D-C54C-AE2C-1DC015E0D98C}" destId="{CC295B3E-C0DF-844E-9581-2BD7A97F0E64}" srcOrd="0" destOrd="0" presId="urn:microsoft.com/office/officeart/2005/8/layout/hList6"/>
    <dgm:cxn modelId="{B782A7DF-AA52-5646-A5F9-2F997B6FBEB7}" srcId="{A8BEF27D-19DD-B746-9F6C-5C959DF892BE}" destId="{89BA0992-889D-1345-B8CB-E8B3889CD3E9}" srcOrd="0" destOrd="0" parTransId="{BCDB67B7-0AB0-4543-884C-267509CA11DE}" sibTransId="{BB5B6D25-EFCD-AC48-9661-1B3C25428D64}"/>
    <dgm:cxn modelId="{0BBC47E1-1D5B-7A45-B6DE-3FFB907B433E}" srcId="{A8BEF27D-19DD-B746-9F6C-5C959DF892BE}" destId="{AF23A845-278A-B54F-A9EF-DCE2F539D1CA}" srcOrd="3" destOrd="0" parTransId="{C2777849-7447-CC42-B3A3-045643BA872B}" sibTransId="{EDA0542C-FFC5-E84E-A027-4985DDE94731}"/>
    <dgm:cxn modelId="{38B56EF9-EC85-F84A-886D-5B6688BD5F50}" type="presOf" srcId="{A8BEF27D-19DD-B746-9F6C-5C959DF892BE}" destId="{53B912F0-58CD-E945-AA33-173E8574371F}" srcOrd="0" destOrd="0" presId="urn:microsoft.com/office/officeart/2005/8/layout/hList6"/>
    <dgm:cxn modelId="{AFD33EFC-0917-CD4C-97D8-4FD9A0B44961}" type="presOf" srcId="{E88EB233-2C65-D947-B38A-FDC3EE597E7D}" destId="{E563F9EF-6CFF-8F46-9BFE-D901D5B6D574}" srcOrd="0" destOrd="0" presId="urn:microsoft.com/office/officeart/2005/8/layout/hList6"/>
    <dgm:cxn modelId="{DC327979-03B8-254B-9D40-2F3F4AFD9C0E}" type="presParOf" srcId="{53B912F0-58CD-E945-AA33-173E8574371F}" destId="{DC3BB1C3-31C6-2B4F-A557-8D20D836FAAC}" srcOrd="0" destOrd="0" presId="urn:microsoft.com/office/officeart/2005/8/layout/hList6"/>
    <dgm:cxn modelId="{9F4F988C-44B0-874D-8C64-7AED32AE4466}" type="presParOf" srcId="{53B912F0-58CD-E945-AA33-173E8574371F}" destId="{849D102B-745A-A442-B53B-73107357D938}" srcOrd="1" destOrd="0" presId="urn:microsoft.com/office/officeart/2005/8/layout/hList6"/>
    <dgm:cxn modelId="{8D518E7B-721F-6B4D-ADFB-ED3297A8FA02}" type="presParOf" srcId="{53B912F0-58CD-E945-AA33-173E8574371F}" destId="{CC295B3E-C0DF-844E-9581-2BD7A97F0E64}" srcOrd="2" destOrd="0" presId="urn:microsoft.com/office/officeart/2005/8/layout/hList6"/>
    <dgm:cxn modelId="{FFCC46C9-AB63-9340-8FC0-6219FF5FDFDB}" type="presParOf" srcId="{53B912F0-58CD-E945-AA33-173E8574371F}" destId="{CCA4E50B-36FA-174F-A0DF-76582D48EA13}" srcOrd="3" destOrd="0" presId="urn:microsoft.com/office/officeart/2005/8/layout/hList6"/>
    <dgm:cxn modelId="{7DAFAB0E-B205-4D4A-9FD8-76D5575A72F9}" type="presParOf" srcId="{53B912F0-58CD-E945-AA33-173E8574371F}" destId="{E563F9EF-6CFF-8F46-9BFE-D901D5B6D574}" srcOrd="4" destOrd="0" presId="urn:microsoft.com/office/officeart/2005/8/layout/hList6"/>
    <dgm:cxn modelId="{82F05949-2F56-5847-BA59-6A7410D279B7}" type="presParOf" srcId="{53B912F0-58CD-E945-AA33-173E8574371F}" destId="{FFE7AB5A-7E71-8F45-87D6-2CB00930D85D}" srcOrd="5" destOrd="0" presId="urn:microsoft.com/office/officeart/2005/8/layout/hList6"/>
    <dgm:cxn modelId="{6D60FB94-77F0-0441-9042-E05B5C90DA49}" type="presParOf" srcId="{53B912F0-58CD-E945-AA33-173E8574371F}" destId="{64EC178E-DF8E-2143-9AE7-05D84C2A844A}"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3D7A7-30CB-9644-A491-91DB6A1FB3E9}">
      <dsp:nvSpPr>
        <dsp:cNvPr id="0" name=""/>
        <dsp:cNvSpPr/>
      </dsp:nvSpPr>
      <dsp:spPr>
        <a:xfrm>
          <a:off x="3916" y="452213"/>
          <a:ext cx="1712279" cy="102736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301 Labeled Reviews</a:t>
          </a:r>
        </a:p>
      </dsp:txBody>
      <dsp:txXfrm>
        <a:off x="34007" y="482304"/>
        <a:ext cx="1652097" cy="967185"/>
      </dsp:txXfrm>
    </dsp:sp>
    <dsp:sp modelId="{2CADC807-C52E-D840-8211-52B9EDC1A8DF}">
      <dsp:nvSpPr>
        <dsp:cNvPr id="0" name=""/>
        <dsp:cNvSpPr/>
      </dsp:nvSpPr>
      <dsp:spPr>
        <a:xfrm>
          <a:off x="1887423" y="753574"/>
          <a:ext cx="363003" cy="4246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887423" y="838503"/>
        <a:ext cx="254102" cy="254787"/>
      </dsp:txXfrm>
    </dsp:sp>
    <dsp:sp modelId="{8EE86D61-70D6-A34B-8843-58C3D0DDBB59}">
      <dsp:nvSpPr>
        <dsp:cNvPr id="0" name=""/>
        <dsp:cNvSpPr/>
      </dsp:nvSpPr>
      <dsp:spPr>
        <a:xfrm>
          <a:off x="2401107" y="452213"/>
          <a:ext cx="1712279" cy="102736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NLP Pipeline</a:t>
          </a:r>
        </a:p>
      </dsp:txBody>
      <dsp:txXfrm>
        <a:off x="2431198" y="482304"/>
        <a:ext cx="1652097" cy="967185"/>
      </dsp:txXfrm>
    </dsp:sp>
    <dsp:sp modelId="{B45207BA-7B8F-C148-8C55-ECEDD3D0F083}">
      <dsp:nvSpPr>
        <dsp:cNvPr id="0" name=""/>
        <dsp:cNvSpPr/>
      </dsp:nvSpPr>
      <dsp:spPr>
        <a:xfrm>
          <a:off x="4284615" y="753574"/>
          <a:ext cx="363003" cy="4246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284615" y="838503"/>
        <a:ext cx="254102" cy="254787"/>
      </dsp:txXfrm>
    </dsp:sp>
    <dsp:sp modelId="{2150441E-27FB-DF46-BEE0-7A9A794F657E}">
      <dsp:nvSpPr>
        <dsp:cNvPr id="0" name=""/>
        <dsp:cNvSpPr/>
      </dsp:nvSpPr>
      <dsp:spPr>
        <a:xfrm>
          <a:off x="4798299" y="452213"/>
          <a:ext cx="1712279" cy="102736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Sentiment Predictions</a:t>
          </a:r>
        </a:p>
      </dsp:txBody>
      <dsp:txXfrm>
        <a:off x="4828390" y="482304"/>
        <a:ext cx="1652097" cy="967185"/>
      </dsp:txXfrm>
    </dsp:sp>
    <dsp:sp modelId="{6229B318-8706-AE4D-A515-DF87EDDB66F9}">
      <dsp:nvSpPr>
        <dsp:cNvPr id="0" name=""/>
        <dsp:cNvSpPr/>
      </dsp:nvSpPr>
      <dsp:spPr>
        <a:xfrm>
          <a:off x="6681807" y="753574"/>
          <a:ext cx="363003" cy="4246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681807" y="838503"/>
        <a:ext cx="254102" cy="254787"/>
      </dsp:txXfrm>
    </dsp:sp>
    <dsp:sp modelId="{C39E70F5-9D97-AD41-AE99-0897CEABE3F7}">
      <dsp:nvSpPr>
        <dsp:cNvPr id="0" name=""/>
        <dsp:cNvSpPr/>
      </dsp:nvSpPr>
      <dsp:spPr>
        <a:xfrm>
          <a:off x="7195491" y="452213"/>
          <a:ext cx="1712279" cy="102736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Business Insights</a:t>
          </a:r>
        </a:p>
      </dsp:txBody>
      <dsp:txXfrm>
        <a:off x="7225582" y="482304"/>
        <a:ext cx="1652097" cy="967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FE747B-D010-9C4C-A9F7-6AF204AED2A2}">
      <dsp:nvSpPr>
        <dsp:cNvPr id="0" name=""/>
        <dsp:cNvSpPr/>
      </dsp:nvSpPr>
      <dsp:spPr>
        <a:xfrm>
          <a:off x="609599" y="0"/>
          <a:ext cx="6908800" cy="118533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DC79F6-1EF5-5D41-94F7-5A7227AC47EF}">
      <dsp:nvSpPr>
        <dsp:cNvPr id="0" name=""/>
        <dsp:cNvSpPr/>
      </dsp:nvSpPr>
      <dsp:spPr>
        <a:xfrm>
          <a:off x="2232" y="355599"/>
          <a:ext cx="1299765" cy="4741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Professional Review Articles</a:t>
          </a:r>
        </a:p>
      </dsp:txBody>
      <dsp:txXfrm>
        <a:off x="25377" y="378744"/>
        <a:ext cx="1253475" cy="427842"/>
      </dsp:txXfrm>
    </dsp:sp>
    <dsp:sp modelId="{C10704D5-B32C-F94C-9182-D78D3F0603F6}">
      <dsp:nvSpPr>
        <dsp:cNvPr id="0" name=""/>
        <dsp:cNvSpPr/>
      </dsp:nvSpPr>
      <dsp:spPr>
        <a:xfrm>
          <a:off x="1366986" y="355599"/>
          <a:ext cx="1299765" cy="4741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Preprocessing</a:t>
          </a:r>
        </a:p>
      </dsp:txBody>
      <dsp:txXfrm>
        <a:off x="1390131" y="378744"/>
        <a:ext cx="1253475" cy="427842"/>
      </dsp:txXfrm>
    </dsp:sp>
    <dsp:sp modelId="{6447969A-86C0-DA4D-B414-2094525BBE27}">
      <dsp:nvSpPr>
        <dsp:cNvPr id="0" name=""/>
        <dsp:cNvSpPr/>
      </dsp:nvSpPr>
      <dsp:spPr>
        <a:xfrm>
          <a:off x="2731740" y="355599"/>
          <a:ext cx="1299765" cy="4741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Feature Extraction</a:t>
          </a:r>
        </a:p>
      </dsp:txBody>
      <dsp:txXfrm>
        <a:off x="2754885" y="378744"/>
        <a:ext cx="1253475" cy="427842"/>
      </dsp:txXfrm>
    </dsp:sp>
    <dsp:sp modelId="{42B321E4-9960-ED4D-8354-3D3611C0E4F1}">
      <dsp:nvSpPr>
        <dsp:cNvPr id="0" name=""/>
        <dsp:cNvSpPr/>
      </dsp:nvSpPr>
      <dsp:spPr>
        <a:xfrm>
          <a:off x="4096494" y="355599"/>
          <a:ext cx="1299765" cy="4741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Model Comparison</a:t>
          </a:r>
        </a:p>
      </dsp:txBody>
      <dsp:txXfrm>
        <a:off x="4119639" y="378744"/>
        <a:ext cx="1253475" cy="427842"/>
      </dsp:txXfrm>
    </dsp:sp>
    <dsp:sp modelId="{4FBE9524-2EAE-704A-99F0-DB171C632296}">
      <dsp:nvSpPr>
        <dsp:cNvPr id="0" name=""/>
        <dsp:cNvSpPr/>
      </dsp:nvSpPr>
      <dsp:spPr>
        <a:xfrm>
          <a:off x="5461248" y="355599"/>
          <a:ext cx="1299765" cy="4741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Evaluation</a:t>
          </a:r>
        </a:p>
      </dsp:txBody>
      <dsp:txXfrm>
        <a:off x="5484393" y="378744"/>
        <a:ext cx="1253475" cy="427842"/>
      </dsp:txXfrm>
    </dsp:sp>
    <dsp:sp modelId="{91B6BB34-54D3-654B-98EF-62591AFA25CB}">
      <dsp:nvSpPr>
        <dsp:cNvPr id="0" name=""/>
        <dsp:cNvSpPr/>
      </dsp:nvSpPr>
      <dsp:spPr>
        <a:xfrm>
          <a:off x="6826001" y="355599"/>
          <a:ext cx="1299765" cy="47413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Business Insights</a:t>
          </a:r>
        </a:p>
      </dsp:txBody>
      <dsp:txXfrm>
        <a:off x="6849146" y="378744"/>
        <a:ext cx="1253475" cy="4278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0CD82-DF47-284F-B6A9-A2E18433CEA8}">
      <dsp:nvSpPr>
        <dsp:cNvPr id="0" name=""/>
        <dsp:cNvSpPr/>
      </dsp:nvSpPr>
      <dsp:spPr>
        <a:xfrm>
          <a:off x="0" y="49661"/>
          <a:ext cx="8987404" cy="858414"/>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Domain-Specific Data Wins</a:t>
          </a:r>
        </a:p>
        <a:p>
          <a:pPr marL="0" lvl="0" indent="0" algn="l" defTabSz="622300">
            <a:lnSpc>
              <a:spcPct val="90000"/>
            </a:lnSpc>
            <a:spcBef>
              <a:spcPct val="0"/>
            </a:spcBef>
            <a:spcAft>
              <a:spcPct val="35000"/>
            </a:spcAft>
            <a:buNone/>
          </a:pPr>
          <a:r>
            <a:rPr lang="en-US" sz="1400" kern="1200" dirty="0"/>
            <a:t>Project-specific labeled data outperformed general-purpose sentiment analysis models.</a:t>
          </a:r>
        </a:p>
      </dsp:txBody>
      <dsp:txXfrm>
        <a:off x="41904" y="91565"/>
        <a:ext cx="8903596" cy="774606"/>
      </dsp:txXfrm>
    </dsp:sp>
    <dsp:sp modelId="{1AC44C57-C3D8-6947-9E04-8C93241412E5}">
      <dsp:nvSpPr>
        <dsp:cNvPr id="0" name=""/>
        <dsp:cNvSpPr/>
      </dsp:nvSpPr>
      <dsp:spPr>
        <a:xfrm>
          <a:off x="0" y="948396"/>
          <a:ext cx="8987404" cy="858414"/>
        </a:xfrm>
        <a:prstGeom prst="roundRect">
          <a:avLst/>
        </a:prstGeom>
        <a:gradFill rotWithShape="0">
          <a:gsLst>
            <a:gs pos="0">
              <a:schemeClr val="accent2">
                <a:hueOff val="2147871"/>
                <a:satOff val="-6164"/>
                <a:lumOff val="-9870"/>
                <a:alphaOff val="0"/>
                <a:tint val="96000"/>
                <a:lumMod val="104000"/>
              </a:schemeClr>
            </a:gs>
            <a:gs pos="100000">
              <a:schemeClr val="accent2">
                <a:hueOff val="2147871"/>
                <a:satOff val="-6164"/>
                <a:lumOff val="-987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Multiple Metrics Matter</a:t>
          </a:r>
        </a:p>
        <a:p>
          <a:pPr marL="0" lvl="0" indent="0" algn="l" defTabSz="622300">
            <a:lnSpc>
              <a:spcPct val="90000"/>
            </a:lnSpc>
            <a:spcBef>
              <a:spcPct val="0"/>
            </a:spcBef>
            <a:spcAft>
              <a:spcPct val="35000"/>
            </a:spcAft>
            <a:buNone/>
          </a:pPr>
          <a:r>
            <a:rPr lang="en-US" sz="1400" kern="1200" dirty="0"/>
            <a:t>Accuracy alone favored VADER, while Balanced Accuracy, Macro F1, and ROC AUC identified the strongest overall-performing model.</a:t>
          </a:r>
        </a:p>
      </dsp:txBody>
      <dsp:txXfrm>
        <a:off x="41904" y="990300"/>
        <a:ext cx="8903596" cy="774606"/>
      </dsp:txXfrm>
    </dsp:sp>
    <dsp:sp modelId="{C9D919A2-B9B0-C945-82DE-C10707AF9C4E}">
      <dsp:nvSpPr>
        <dsp:cNvPr id="0" name=""/>
        <dsp:cNvSpPr/>
      </dsp:nvSpPr>
      <dsp:spPr>
        <a:xfrm>
          <a:off x="0" y="1847130"/>
          <a:ext cx="8987404" cy="858414"/>
        </a:xfrm>
        <a:prstGeom prst="roundRect">
          <a:avLst/>
        </a:prstGeom>
        <a:gradFill rotWithShape="0">
          <a:gsLst>
            <a:gs pos="0">
              <a:schemeClr val="accent2">
                <a:hueOff val="4295743"/>
                <a:satOff val="-12329"/>
                <a:lumOff val="-19739"/>
                <a:alphaOff val="0"/>
                <a:tint val="96000"/>
                <a:lumMod val="104000"/>
              </a:schemeClr>
            </a:gs>
            <a:gs pos="100000">
              <a:schemeClr val="accent2">
                <a:hueOff val="4295743"/>
                <a:satOff val="-12329"/>
                <a:lumOff val="-19739"/>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Model Complexity Isn't Everything</a:t>
          </a:r>
        </a:p>
        <a:p>
          <a:pPr marL="0" lvl="0" indent="0" algn="l" defTabSz="622300">
            <a:lnSpc>
              <a:spcPct val="90000"/>
            </a:lnSpc>
            <a:spcBef>
              <a:spcPct val="0"/>
            </a:spcBef>
            <a:spcAft>
              <a:spcPct val="35000"/>
            </a:spcAft>
            <a:buNone/>
          </a:pPr>
          <a:r>
            <a:rPr lang="en-US" sz="1400" kern="1200" dirty="0"/>
            <a:t>The pretrained </a:t>
          </a:r>
          <a:r>
            <a:rPr lang="en-US" sz="1400" kern="1200" dirty="0" err="1"/>
            <a:t>RoBERTa</a:t>
          </a:r>
          <a:r>
            <a:rPr lang="en-US" sz="1400" kern="1200" dirty="0"/>
            <a:t> transformer underperformed despite its advanced architecture.</a:t>
          </a:r>
        </a:p>
      </dsp:txBody>
      <dsp:txXfrm>
        <a:off x="41904" y="1889034"/>
        <a:ext cx="8903596" cy="774606"/>
      </dsp:txXfrm>
    </dsp:sp>
    <dsp:sp modelId="{8F5C5369-D061-0841-A819-D9215E6EF95D}">
      <dsp:nvSpPr>
        <dsp:cNvPr id="0" name=""/>
        <dsp:cNvSpPr/>
      </dsp:nvSpPr>
      <dsp:spPr>
        <a:xfrm>
          <a:off x="0" y="2745864"/>
          <a:ext cx="8987404" cy="858414"/>
        </a:xfrm>
        <a:prstGeom prst="roundRect">
          <a:avLst/>
        </a:prstGeom>
        <a:gradFill rotWithShape="0">
          <a:gsLst>
            <a:gs pos="0">
              <a:schemeClr val="accent2">
                <a:hueOff val="6443614"/>
                <a:satOff val="-18493"/>
                <a:lumOff val="-29609"/>
                <a:alphaOff val="0"/>
                <a:tint val="96000"/>
                <a:lumMod val="104000"/>
              </a:schemeClr>
            </a:gs>
            <a:gs pos="100000">
              <a:schemeClr val="accent2">
                <a:hueOff val="6443614"/>
                <a:satOff val="-18493"/>
                <a:lumOff val="-29609"/>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NLP Can Scale Review Analysis</a:t>
          </a:r>
          <a:endParaRPr lang="en-US" sz="1400" kern="1200" dirty="0"/>
        </a:p>
        <a:p>
          <a:pPr marL="0" lvl="0" indent="0" algn="l" defTabSz="622300">
            <a:lnSpc>
              <a:spcPct val="90000"/>
            </a:lnSpc>
            <a:spcBef>
              <a:spcPct val="0"/>
            </a:spcBef>
            <a:spcAft>
              <a:spcPct val="35000"/>
            </a:spcAft>
            <a:buNone/>
          </a:pPr>
          <a:r>
            <a:rPr lang="en-US" sz="1400" kern="1200" dirty="0"/>
            <a:t>Automated sentiment analysis enables efficient comparison of products, brands, and review trends.</a:t>
          </a:r>
        </a:p>
      </dsp:txBody>
      <dsp:txXfrm>
        <a:off x="41904" y="2787768"/>
        <a:ext cx="8903596" cy="7746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F58F8-E390-2749-93F7-4764D091EBD6}">
      <dsp:nvSpPr>
        <dsp:cNvPr id="0" name=""/>
        <dsp:cNvSpPr/>
      </dsp:nvSpPr>
      <dsp:spPr>
        <a:xfrm rot="16200000">
          <a:off x="-1264773"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977900">
            <a:lnSpc>
              <a:spcPct val="90000"/>
            </a:lnSpc>
            <a:spcBef>
              <a:spcPct val="0"/>
            </a:spcBef>
            <a:spcAft>
              <a:spcPct val="35000"/>
            </a:spcAft>
            <a:buNone/>
          </a:pPr>
          <a:r>
            <a:rPr lang="en-US" sz="2200" kern="1200" dirty="0"/>
            <a:t>Manufacturers</a:t>
          </a:r>
        </a:p>
      </dsp:txBody>
      <dsp:txXfrm>
        <a:off x="-1264773" y="1939713"/>
        <a:ext cx="2947035" cy="316176"/>
      </dsp:txXfrm>
    </dsp:sp>
    <dsp:sp modelId="{03E76927-DCF4-4E4A-871F-06B9885F9119}">
      <dsp:nvSpPr>
        <dsp:cNvPr id="0" name=""/>
        <dsp:cNvSpPr/>
      </dsp:nvSpPr>
      <dsp:spPr>
        <a:xfrm>
          <a:off x="366832"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278850" rIns="128016" bIns="128016" numCol="1" spcCol="1270" anchor="t" anchorCtr="0">
          <a:noAutofit/>
        </a:bodyPr>
        <a:lstStyle/>
        <a:p>
          <a:pPr marL="114300" lvl="1" indent="-114300" algn="l" defTabSz="622300">
            <a:lnSpc>
              <a:spcPct val="90000"/>
            </a:lnSpc>
            <a:spcBef>
              <a:spcPct val="0"/>
            </a:spcBef>
            <a:spcAft>
              <a:spcPct val="15000"/>
            </a:spcAft>
            <a:buChar char="•"/>
          </a:pPr>
          <a:r>
            <a:rPr lang="en-US" sz="1400" kern="1200"/>
            <a:t>Product improvement </a:t>
          </a:r>
          <a:endParaRPr lang="en-US"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a:t>Design priorities </a:t>
          </a:r>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Market trends</a:t>
          </a:r>
        </a:p>
      </dsp:txBody>
      <dsp:txXfrm>
        <a:off x="366832" y="624283"/>
        <a:ext cx="1574893" cy="2947035"/>
      </dsp:txXfrm>
    </dsp:sp>
    <dsp:sp modelId="{1470FCB7-AF25-5F4C-8BA1-611E926E8791}">
      <dsp:nvSpPr>
        <dsp:cNvPr id="0" name=""/>
        <dsp:cNvSpPr/>
      </dsp:nvSpPr>
      <dsp:spPr>
        <a:xfrm>
          <a:off x="50655"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73BE65-1FE3-8649-A3D1-C95C0F8420B2}">
      <dsp:nvSpPr>
        <dsp:cNvPr id="0" name=""/>
        <dsp:cNvSpPr/>
      </dsp:nvSpPr>
      <dsp:spPr>
        <a:xfrm rot="16200000">
          <a:off x="1042899"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977900">
            <a:lnSpc>
              <a:spcPct val="90000"/>
            </a:lnSpc>
            <a:spcBef>
              <a:spcPct val="0"/>
            </a:spcBef>
            <a:spcAft>
              <a:spcPct val="35000"/>
            </a:spcAft>
            <a:buNone/>
          </a:pPr>
          <a:r>
            <a:rPr lang="en-US" sz="2200" kern="1200" dirty="0"/>
            <a:t>Retailers</a:t>
          </a:r>
        </a:p>
      </dsp:txBody>
      <dsp:txXfrm>
        <a:off x="1042899" y="1939713"/>
        <a:ext cx="2947035" cy="316176"/>
      </dsp:txXfrm>
    </dsp:sp>
    <dsp:sp modelId="{8F28F622-4430-124E-AF41-D64DC44B127C}">
      <dsp:nvSpPr>
        <dsp:cNvPr id="0" name=""/>
        <dsp:cNvSpPr/>
      </dsp:nvSpPr>
      <dsp:spPr>
        <a:xfrm>
          <a:off x="2674505"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278850" rIns="128016" bIns="12801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Compare brands</a:t>
          </a:r>
        </a:p>
        <a:p>
          <a:pPr marL="114300" lvl="1" indent="-114300" algn="l" defTabSz="622300">
            <a:lnSpc>
              <a:spcPct val="90000"/>
            </a:lnSpc>
            <a:spcBef>
              <a:spcPct val="0"/>
            </a:spcBef>
            <a:spcAft>
              <a:spcPct val="15000"/>
            </a:spcAft>
            <a:buChar char="•"/>
          </a:pPr>
          <a:r>
            <a:rPr lang="en-US" sz="1400" kern="1200" dirty="0"/>
            <a:t>Buying decisions</a:t>
          </a:r>
        </a:p>
        <a:p>
          <a:pPr marL="114300" lvl="1" indent="-114300" algn="l" defTabSz="622300">
            <a:lnSpc>
              <a:spcPct val="90000"/>
            </a:lnSpc>
            <a:spcBef>
              <a:spcPct val="0"/>
            </a:spcBef>
            <a:spcAft>
              <a:spcPct val="15000"/>
            </a:spcAft>
            <a:buChar char="•"/>
          </a:pPr>
          <a:r>
            <a:rPr lang="en-US" sz="1400" kern="1200" dirty="0"/>
            <a:t>Product summaries</a:t>
          </a:r>
        </a:p>
      </dsp:txBody>
      <dsp:txXfrm>
        <a:off x="2674505" y="624283"/>
        <a:ext cx="1574893" cy="2947035"/>
      </dsp:txXfrm>
    </dsp:sp>
    <dsp:sp modelId="{F4262A6D-A71C-5C4E-9E28-36FFD4648154}">
      <dsp:nvSpPr>
        <dsp:cNvPr id="0" name=""/>
        <dsp:cNvSpPr/>
      </dsp:nvSpPr>
      <dsp:spPr>
        <a:xfrm>
          <a:off x="2358328"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C2FC9E-5897-F145-9F5F-EBFB873079C4}">
      <dsp:nvSpPr>
        <dsp:cNvPr id="0" name=""/>
        <dsp:cNvSpPr/>
      </dsp:nvSpPr>
      <dsp:spPr>
        <a:xfrm rot="16200000">
          <a:off x="3350572"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977900">
            <a:lnSpc>
              <a:spcPct val="90000"/>
            </a:lnSpc>
            <a:spcBef>
              <a:spcPct val="0"/>
            </a:spcBef>
            <a:spcAft>
              <a:spcPct val="35000"/>
            </a:spcAft>
            <a:buNone/>
          </a:pPr>
          <a:r>
            <a:rPr lang="en-US" sz="2200" kern="1200" dirty="0"/>
            <a:t>Consumers</a:t>
          </a:r>
        </a:p>
      </dsp:txBody>
      <dsp:txXfrm>
        <a:off x="3350572" y="1939713"/>
        <a:ext cx="2947035" cy="316176"/>
      </dsp:txXfrm>
    </dsp:sp>
    <dsp:sp modelId="{B7D7A46D-2B2E-2648-AD6C-4DCAFE7D5567}">
      <dsp:nvSpPr>
        <dsp:cNvPr id="0" name=""/>
        <dsp:cNvSpPr/>
      </dsp:nvSpPr>
      <dsp:spPr>
        <a:xfrm>
          <a:off x="4982177"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278850" rIns="128016" bIns="12801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Faster research</a:t>
          </a:r>
        </a:p>
        <a:p>
          <a:pPr marL="114300" lvl="1" indent="-114300" algn="l" defTabSz="622300">
            <a:lnSpc>
              <a:spcPct val="90000"/>
            </a:lnSpc>
            <a:spcBef>
              <a:spcPct val="0"/>
            </a:spcBef>
            <a:spcAft>
              <a:spcPct val="15000"/>
            </a:spcAft>
            <a:buChar char="•"/>
          </a:pPr>
          <a:r>
            <a:rPr lang="en-US" sz="1400" kern="1200" dirty="0"/>
            <a:t>Compare products</a:t>
          </a:r>
        </a:p>
        <a:p>
          <a:pPr marL="114300" lvl="1" indent="-114300" algn="l" defTabSz="622300">
            <a:lnSpc>
              <a:spcPct val="90000"/>
            </a:lnSpc>
            <a:spcBef>
              <a:spcPct val="0"/>
            </a:spcBef>
            <a:spcAft>
              <a:spcPct val="15000"/>
            </a:spcAft>
            <a:buChar char="•"/>
          </a:pPr>
          <a:r>
            <a:rPr lang="en-US" sz="1400" kern="1200" dirty="0"/>
            <a:t>Informed purchasing decisions</a:t>
          </a:r>
        </a:p>
      </dsp:txBody>
      <dsp:txXfrm>
        <a:off x="4982177" y="624283"/>
        <a:ext cx="1574893" cy="2947035"/>
      </dsp:txXfrm>
    </dsp:sp>
    <dsp:sp modelId="{B4BEDBB6-D0E7-2C42-BB5E-39F20C2822F2}">
      <dsp:nvSpPr>
        <dsp:cNvPr id="0" name=""/>
        <dsp:cNvSpPr/>
      </dsp:nvSpPr>
      <dsp:spPr>
        <a:xfrm>
          <a:off x="4666001"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8A315E4-E36D-784E-839E-B82AAFA7EBFC}">
      <dsp:nvSpPr>
        <dsp:cNvPr id="0" name=""/>
        <dsp:cNvSpPr/>
      </dsp:nvSpPr>
      <dsp:spPr>
        <a:xfrm rot="16200000">
          <a:off x="5658245"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977900">
            <a:lnSpc>
              <a:spcPct val="90000"/>
            </a:lnSpc>
            <a:spcBef>
              <a:spcPct val="0"/>
            </a:spcBef>
            <a:spcAft>
              <a:spcPct val="35000"/>
            </a:spcAft>
            <a:buNone/>
          </a:pPr>
          <a:r>
            <a:rPr lang="en-US" sz="2200" kern="1200" dirty="0"/>
            <a:t>Researchers</a:t>
          </a:r>
        </a:p>
      </dsp:txBody>
      <dsp:txXfrm>
        <a:off x="5658245" y="1939713"/>
        <a:ext cx="2947035" cy="316176"/>
      </dsp:txXfrm>
    </dsp:sp>
    <dsp:sp modelId="{194F3476-31C9-434B-9313-86B169FB4616}">
      <dsp:nvSpPr>
        <dsp:cNvPr id="0" name=""/>
        <dsp:cNvSpPr/>
      </dsp:nvSpPr>
      <dsp:spPr>
        <a:xfrm>
          <a:off x="7289850"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278850" rIns="128016" bIns="128016" numCol="1" spcCol="1270" anchor="t" anchorCtr="0">
          <a:noAutofit/>
        </a:bodyPr>
        <a:lstStyle/>
        <a:p>
          <a:pPr marL="114300" lvl="1" indent="-114300" algn="l" defTabSz="622300">
            <a:lnSpc>
              <a:spcPct val="90000"/>
            </a:lnSpc>
            <a:spcBef>
              <a:spcPct val="0"/>
            </a:spcBef>
            <a:spcAft>
              <a:spcPct val="15000"/>
            </a:spcAft>
            <a:buChar char="•"/>
          </a:pPr>
          <a:r>
            <a:rPr lang="en-US" sz="1400" kern="1200"/>
            <a:t>NLP benchmarks </a:t>
          </a:r>
          <a:endParaRPr lang="en-US"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a:t>Domain adaptation </a:t>
          </a:r>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Future NLP research</a:t>
          </a:r>
        </a:p>
      </dsp:txBody>
      <dsp:txXfrm>
        <a:off x="7289850" y="624283"/>
        <a:ext cx="1574893" cy="2947035"/>
      </dsp:txXfrm>
    </dsp:sp>
    <dsp:sp modelId="{725E1F93-2EAC-BA44-AF10-CBD0D708ADC6}">
      <dsp:nvSpPr>
        <dsp:cNvPr id="0" name=""/>
        <dsp:cNvSpPr/>
      </dsp:nvSpPr>
      <dsp:spPr>
        <a:xfrm>
          <a:off x="6973674"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F58F8-E390-2749-93F7-4764D091EBD6}">
      <dsp:nvSpPr>
        <dsp:cNvPr id="0" name=""/>
        <dsp:cNvSpPr/>
      </dsp:nvSpPr>
      <dsp:spPr>
        <a:xfrm rot="16200000">
          <a:off x="-1264773"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577850">
            <a:lnSpc>
              <a:spcPct val="90000"/>
            </a:lnSpc>
            <a:spcBef>
              <a:spcPct val="0"/>
            </a:spcBef>
            <a:spcAft>
              <a:spcPct val="35000"/>
            </a:spcAft>
            <a:buNone/>
          </a:pPr>
          <a:r>
            <a:rPr lang="en-US" sz="1300" b="0" kern="1200"/>
            <a:t>Deploy the Model</a:t>
          </a:r>
        </a:p>
      </dsp:txBody>
      <dsp:txXfrm>
        <a:off x="-1264773" y="1939713"/>
        <a:ext cx="2947035" cy="316176"/>
      </dsp:txXfrm>
    </dsp:sp>
    <dsp:sp modelId="{03E76927-DCF4-4E4A-871F-06B9885F9119}">
      <dsp:nvSpPr>
        <dsp:cNvPr id="0" name=""/>
        <dsp:cNvSpPr/>
      </dsp:nvSpPr>
      <dsp:spPr>
        <a:xfrm>
          <a:off x="366832"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78850" rIns="120904" bIns="120904" numCol="1" spcCol="1270" anchor="t" anchorCtr="0">
          <a:noAutofit/>
        </a:bodyPr>
        <a:lstStyle/>
        <a:p>
          <a:pPr marL="114300" lvl="1" indent="-114300" algn="l" defTabSz="577850">
            <a:lnSpc>
              <a:spcPct val="90000"/>
            </a:lnSpc>
            <a:spcBef>
              <a:spcPct val="0"/>
            </a:spcBef>
            <a:spcAft>
              <a:spcPct val="15000"/>
            </a:spcAft>
            <a:buChar char="•"/>
          </a:pPr>
          <a:r>
            <a:rPr lang="en-US" sz="1300" kern="1200"/>
            <a:t>Automate sentiment analysis for newly published reviews </a:t>
          </a:r>
          <a:endParaRPr lang="en-US"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a:t>Reduce manual review effort </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Provide consistent sentiment summaries </a:t>
          </a:r>
        </a:p>
      </dsp:txBody>
      <dsp:txXfrm>
        <a:off x="366832" y="624283"/>
        <a:ext cx="1574893" cy="2947035"/>
      </dsp:txXfrm>
    </dsp:sp>
    <dsp:sp modelId="{1470FCB7-AF25-5F4C-8BA1-611E926E8791}">
      <dsp:nvSpPr>
        <dsp:cNvPr id="0" name=""/>
        <dsp:cNvSpPr/>
      </dsp:nvSpPr>
      <dsp:spPr>
        <a:xfrm>
          <a:off x="50655"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73BE65-1FE3-8649-A3D1-C95C0F8420B2}">
      <dsp:nvSpPr>
        <dsp:cNvPr id="0" name=""/>
        <dsp:cNvSpPr/>
      </dsp:nvSpPr>
      <dsp:spPr>
        <a:xfrm rot="16200000">
          <a:off x="1042899"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577850">
            <a:lnSpc>
              <a:spcPct val="90000"/>
            </a:lnSpc>
            <a:spcBef>
              <a:spcPct val="0"/>
            </a:spcBef>
            <a:spcAft>
              <a:spcPct val="35000"/>
            </a:spcAft>
            <a:buNone/>
          </a:pPr>
          <a:r>
            <a:rPr lang="en-US" sz="1300" b="0" kern="1200"/>
            <a:t>Expand the Dataset</a:t>
          </a:r>
        </a:p>
      </dsp:txBody>
      <dsp:txXfrm>
        <a:off x="1042899" y="1939713"/>
        <a:ext cx="2947035" cy="316176"/>
      </dsp:txXfrm>
    </dsp:sp>
    <dsp:sp modelId="{8F28F622-4430-124E-AF41-D64DC44B127C}">
      <dsp:nvSpPr>
        <dsp:cNvPr id="0" name=""/>
        <dsp:cNvSpPr/>
      </dsp:nvSpPr>
      <dsp:spPr>
        <a:xfrm>
          <a:off x="2674505"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78850" rIns="120904" bIns="120904" numCol="1" spcCol="1270" anchor="t" anchorCtr="0">
          <a:noAutofit/>
        </a:bodyPr>
        <a:lstStyle/>
        <a:p>
          <a:pPr marL="114300" lvl="1" indent="-114300" algn="l" defTabSz="577850">
            <a:lnSpc>
              <a:spcPct val="90000"/>
            </a:lnSpc>
            <a:spcBef>
              <a:spcPct val="0"/>
            </a:spcBef>
            <a:spcAft>
              <a:spcPct val="15000"/>
            </a:spcAft>
            <a:buChar char="•"/>
          </a:pPr>
          <a:r>
            <a:rPr lang="en-US" sz="1300" kern="1200"/>
            <a:t>Incorporate additional mountain bike review websites </a:t>
          </a:r>
          <a:endParaRPr lang="en-US"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a:t>Increase training data diversity </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Improve model robustness and generalization</a:t>
          </a:r>
        </a:p>
      </dsp:txBody>
      <dsp:txXfrm>
        <a:off x="2674505" y="624283"/>
        <a:ext cx="1574893" cy="2947035"/>
      </dsp:txXfrm>
    </dsp:sp>
    <dsp:sp modelId="{F4262A6D-A71C-5C4E-9E28-36FFD4648154}">
      <dsp:nvSpPr>
        <dsp:cNvPr id="0" name=""/>
        <dsp:cNvSpPr/>
      </dsp:nvSpPr>
      <dsp:spPr>
        <a:xfrm>
          <a:off x="2358328"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C2FC9E-5897-F145-9F5F-EBFB873079C4}">
      <dsp:nvSpPr>
        <dsp:cNvPr id="0" name=""/>
        <dsp:cNvSpPr/>
      </dsp:nvSpPr>
      <dsp:spPr>
        <a:xfrm rot="16200000">
          <a:off x="3350572"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577850">
            <a:lnSpc>
              <a:spcPct val="90000"/>
            </a:lnSpc>
            <a:spcBef>
              <a:spcPct val="0"/>
            </a:spcBef>
            <a:spcAft>
              <a:spcPct val="35000"/>
            </a:spcAft>
            <a:buNone/>
          </a:pPr>
          <a:r>
            <a:rPr lang="en-US" sz="1300" kern="1200"/>
            <a:t>Fine-Tune Advanced Models</a:t>
          </a:r>
        </a:p>
      </dsp:txBody>
      <dsp:txXfrm>
        <a:off x="3350572" y="1939713"/>
        <a:ext cx="2947035" cy="316176"/>
      </dsp:txXfrm>
    </dsp:sp>
    <dsp:sp modelId="{B7D7A46D-2B2E-2648-AD6C-4DCAFE7D5567}">
      <dsp:nvSpPr>
        <dsp:cNvPr id="0" name=""/>
        <dsp:cNvSpPr/>
      </dsp:nvSpPr>
      <dsp:spPr>
        <a:xfrm>
          <a:off x="4982177"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78850" rIns="120904" bIns="120904" numCol="1" spcCol="1270" anchor="t" anchorCtr="0">
          <a:noAutofit/>
        </a:bodyPr>
        <a:lstStyle/>
        <a:p>
          <a:pPr marL="114300" lvl="1" indent="-114300" algn="l" defTabSz="577850">
            <a:lnSpc>
              <a:spcPct val="90000"/>
            </a:lnSpc>
            <a:spcBef>
              <a:spcPct val="0"/>
            </a:spcBef>
            <a:spcAft>
              <a:spcPct val="15000"/>
            </a:spcAft>
            <a:buChar char="•"/>
          </a:pPr>
          <a:r>
            <a:rPr lang="en-US" sz="1300" kern="1200"/>
            <a:t>Train transformer models on domain-specific review data </a:t>
          </a:r>
          <a:endParaRPr lang="en-US"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Evaluate domain-specific fine-tuning to improve performance</a:t>
          </a:r>
        </a:p>
      </dsp:txBody>
      <dsp:txXfrm>
        <a:off x="4982177" y="624283"/>
        <a:ext cx="1574893" cy="2947035"/>
      </dsp:txXfrm>
    </dsp:sp>
    <dsp:sp modelId="{B4BEDBB6-D0E7-2C42-BB5E-39F20C2822F2}">
      <dsp:nvSpPr>
        <dsp:cNvPr id="0" name=""/>
        <dsp:cNvSpPr/>
      </dsp:nvSpPr>
      <dsp:spPr>
        <a:xfrm>
          <a:off x="4666001"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8A315E4-E36D-784E-839E-B82AAFA7EBFC}">
      <dsp:nvSpPr>
        <dsp:cNvPr id="0" name=""/>
        <dsp:cNvSpPr/>
      </dsp:nvSpPr>
      <dsp:spPr>
        <a:xfrm rot="16200000">
          <a:off x="5658245" y="1939713"/>
          <a:ext cx="2947035" cy="316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78850" bIns="0" numCol="1" spcCol="1270" anchor="t" anchorCtr="0">
          <a:noAutofit/>
        </a:bodyPr>
        <a:lstStyle/>
        <a:p>
          <a:pPr marL="0" lvl="0" indent="0" algn="r" defTabSz="577850">
            <a:lnSpc>
              <a:spcPct val="90000"/>
            </a:lnSpc>
            <a:spcBef>
              <a:spcPct val="0"/>
            </a:spcBef>
            <a:spcAft>
              <a:spcPct val="35000"/>
            </a:spcAft>
            <a:buNone/>
          </a:pPr>
          <a:r>
            <a:rPr lang="en-US" sz="1300" kern="1200"/>
            <a:t>Develop Decision Support Tools</a:t>
          </a:r>
        </a:p>
      </dsp:txBody>
      <dsp:txXfrm>
        <a:off x="5658245" y="1939713"/>
        <a:ext cx="2947035" cy="316176"/>
      </dsp:txXfrm>
    </dsp:sp>
    <dsp:sp modelId="{194F3476-31C9-434B-9313-86B169FB4616}">
      <dsp:nvSpPr>
        <dsp:cNvPr id="0" name=""/>
        <dsp:cNvSpPr/>
      </dsp:nvSpPr>
      <dsp:spPr>
        <a:xfrm>
          <a:off x="7289850" y="624283"/>
          <a:ext cx="1574893" cy="29470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78850" rIns="120904" bIns="120904" numCol="1" spcCol="1270" anchor="t" anchorCtr="0">
          <a:noAutofit/>
        </a:bodyPr>
        <a:lstStyle/>
        <a:p>
          <a:pPr marL="114300" lvl="1" indent="-114300" algn="l" defTabSz="577850">
            <a:lnSpc>
              <a:spcPct val="90000"/>
            </a:lnSpc>
            <a:spcBef>
              <a:spcPct val="0"/>
            </a:spcBef>
            <a:spcAft>
              <a:spcPct val="15000"/>
            </a:spcAft>
            <a:buChar char="•"/>
          </a:pPr>
          <a:r>
            <a:rPr lang="en-US" sz="1300" kern="1200"/>
            <a:t>Build interactive dashboards </a:t>
          </a:r>
          <a:endParaRPr lang="en-US"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a:t>Track sentiment by brand, category, and publication date </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Monitor trends over time</a:t>
          </a:r>
        </a:p>
      </dsp:txBody>
      <dsp:txXfrm>
        <a:off x="7289850" y="624283"/>
        <a:ext cx="1574893" cy="2947035"/>
      </dsp:txXfrm>
    </dsp:sp>
    <dsp:sp modelId="{725E1F93-2EAC-BA44-AF10-CBD0D708ADC6}">
      <dsp:nvSpPr>
        <dsp:cNvPr id="0" name=""/>
        <dsp:cNvSpPr/>
      </dsp:nvSpPr>
      <dsp:spPr>
        <a:xfrm>
          <a:off x="6973674" y="206931"/>
          <a:ext cx="632352" cy="63235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BB1C3-31C6-2B4F-A557-8D20D836FAAC}">
      <dsp:nvSpPr>
        <dsp:cNvPr id="0" name=""/>
        <dsp:cNvSpPr/>
      </dsp:nvSpPr>
      <dsp:spPr>
        <a:xfrm rot="16200000">
          <a:off x="-832407" y="834556"/>
          <a:ext cx="3778250" cy="2109136"/>
        </a:xfrm>
        <a:prstGeom prst="flowChartManualOperati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74" bIns="0" numCol="1" spcCol="1270" anchor="ctr" anchorCtr="0">
          <a:noAutofit/>
        </a:bodyPr>
        <a:lstStyle/>
        <a:p>
          <a:pPr marL="0" lvl="0" indent="0" algn="ctr" defTabSz="800100">
            <a:lnSpc>
              <a:spcPct val="90000"/>
            </a:lnSpc>
            <a:spcBef>
              <a:spcPct val="0"/>
            </a:spcBef>
            <a:spcAft>
              <a:spcPct val="35000"/>
            </a:spcAft>
            <a:buNone/>
          </a:pPr>
          <a:r>
            <a:rPr lang="en-US" sz="1800" b="0" kern="1200" dirty="0"/>
            <a:t>✓ Domain-specific labeled data outperformed general-purpose sentiment analysis approaches.</a:t>
          </a:r>
        </a:p>
      </dsp:txBody>
      <dsp:txXfrm rot="5400000">
        <a:off x="2150" y="755649"/>
        <a:ext cx="2109136" cy="2266950"/>
      </dsp:txXfrm>
    </dsp:sp>
    <dsp:sp modelId="{CC295B3E-C0DF-844E-9581-2BD7A97F0E64}">
      <dsp:nvSpPr>
        <dsp:cNvPr id="0" name=""/>
        <dsp:cNvSpPr/>
      </dsp:nvSpPr>
      <dsp:spPr>
        <a:xfrm rot="16200000">
          <a:off x="1434914" y="834556"/>
          <a:ext cx="3778250" cy="2109136"/>
        </a:xfrm>
        <a:prstGeom prst="flowChartManualOperati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74" bIns="0" numCol="1" spcCol="1270" anchor="ctr" anchorCtr="0">
          <a:noAutofit/>
        </a:bodyPr>
        <a:lstStyle/>
        <a:p>
          <a:pPr marL="0" lvl="0" indent="0" algn="ctr" defTabSz="800100">
            <a:lnSpc>
              <a:spcPct val="90000"/>
            </a:lnSpc>
            <a:spcBef>
              <a:spcPct val="0"/>
            </a:spcBef>
            <a:spcAft>
              <a:spcPct val="35000"/>
            </a:spcAft>
            <a:buNone/>
          </a:pPr>
          <a:r>
            <a:rPr lang="en-US" sz="1800" kern="1200" dirty="0"/>
            <a:t>✓ TF-IDF with Logistic Regression achieved the strongest overall balanced performance.</a:t>
          </a:r>
        </a:p>
      </dsp:txBody>
      <dsp:txXfrm rot="5400000">
        <a:off x="2269471" y="755649"/>
        <a:ext cx="2109136" cy="2266950"/>
      </dsp:txXfrm>
    </dsp:sp>
    <dsp:sp modelId="{E563F9EF-6CFF-8F46-9BFE-D901D5B6D574}">
      <dsp:nvSpPr>
        <dsp:cNvPr id="0" name=""/>
        <dsp:cNvSpPr/>
      </dsp:nvSpPr>
      <dsp:spPr>
        <a:xfrm rot="16200000">
          <a:off x="3702235" y="834556"/>
          <a:ext cx="3778250" cy="2109136"/>
        </a:xfrm>
        <a:prstGeom prst="flowChartManualOperati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74" bIns="0" numCol="1" spcCol="1270" anchor="ctr" anchorCtr="0">
          <a:noAutofit/>
        </a:bodyPr>
        <a:lstStyle/>
        <a:p>
          <a:pPr marL="0" lvl="0" indent="0" algn="ctr" defTabSz="800100">
            <a:lnSpc>
              <a:spcPct val="90000"/>
            </a:lnSpc>
            <a:spcBef>
              <a:spcPct val="0"/>
            </a:spcBef>
            <a:spcAft>
              <a:spcPct val="35000"/>
            </a:spcAft>
            <a:buNone/>
          </a:pPr>
          <a:r>
            <a:rPr lang="en-US" sz="1800" kern="1200"/>
            <a:t>✓ Automated sentiment analysis enables scalable analysis of professional mountain bike product reviews.</a:t>
          </a:r>
        </a:p>
      </dsp:txBody>
      <dsp:txXfrm rot="5400000">
        <a:off x="4536792" y="755649"/>
        <a:ext cx="2109136" cy="2266950"/>
      </dsp:txXfrm>
    </dsp:sp>
    <dsp:sp modelId="{64EC178E-DF8E-2143-9AE7-05D84C2A844A}">
      <dsp:nvSpPr>
        <dsp:cNvPr id="0" name=""/>
        <dsp:cNvSpPr/>
      </dsp:nvSpPr>
      <dsp:spPr>
        <a:xfrm rot="16200000">
          <a:off x="5969557" y="834556"/>
          <a:ext cx="3778250" cy="2109136"/>
        </a:xfrm>
        <a:prstGeom prst="flowChartManualOperation">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6774" bIns="0" numCol="1" spcCol="1270" anchor="ctr" anchorCtr="0">
          <a:noAutofit/>
        </a:bodyPr>
        <a:lstStyle/>
        <a:p>
          <a:pPr marL="0" lvl="0" indent="0" algn="ctr" defTabSz="800100">
            <a:lnSpc>
              <a:spcPct val="90000"/>
            </a:lnSpc>
            <a:spcBef>
              <a:spcPct val="0"/>
            </a:spcBef>
            <a:spcAft>
              <a:spcPct val="35000"/>
            </a:spcAft>
            <a:buNone/>
          </a:pPr>
          <a:r>
            <a:rPr lang="en-US" sz="1800" b="0" kern="1200" dirty="0"/>
            <a:t>✓ Provides a foundation for future NLP research and business deployment.</a:t>
          </a:r>
        </a:p>
      </dsp:txBody>
      <dsp:txXfrm rot="5400000">
        <a:off x="6804114" y="755649"/>
        <a:ext cx="2109136" cy="226695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82D20-900E-6C40-A05F-D83DFCD9E8C9}" type="datetimeFigureOut">
              <a:rPr lang="en-US" smtClean="0"/>
              <a:t>7/28/26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5C8D34-605E-5F4F-8998-DB15DC56D40F}" type="slidenum">
              <a:rPr lang="en-US" smtClean="0"/>
              <a:t>‹#›</a:t>
            </a:fld>
            <a:endParaRPr lang="en-US"/>
          </a:p>
        </p:txBody>
      </p:sp>
    </p:spTree>
    <p:extLst>
      <p:ext uri="{BB962C8B-B14F-4D97-AF65-F5344CB8AC3E}">
        <p14:creationId xmlns:p14="http://schemas.microsoft.com/office/powerpoint/2010/main" val="3449632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my final presentation, </a:t>
            </a:r>
            <a:r>
              <a:rPr lang="en-US" i="1" dirty="0"/>
              <a:t>Sentiment Intelligence for Mountain Bike Product Reviews</a:t>
            </a:r>
            <a:r>
              <a:rPr lang="en-US" dirty="0"/>
              <a:t>. Throughout this project, I developed an end-to-end natural language processing pipeline to collect, process, and analyze professional mountain bike product reviews. This presentation summarizes the complete project by reviewing the business problem, the analytical approach, the comparative performance of the models, the key findings, and the business recommendations that emerged from the analysis.</a:t>
            </a:r>
          </a:p>
        </p:txBody>
      </p:sp>
      <p:sp>
        <p:nvSpPr>
          <p:cNvPr id="4" name="Slide Number Placeholder 3"/>
          <p:cNvSpPr>
            <a:spLocks noGrp="1"/>
          </p:cNvSpPr>
          <p:nvPr>
            <p:ph type="sldNum" sz="quarter" idx="5"/>
          </p:nvPr>
        </p:nvSpPr>
        <p:spPr/>
        <p:txBody>
          <a:bodyPr/>
          <a:lstStyle/>
          <a:p>
            <a:fld id="{085C8D34-605E-5F4F-8998-DB15DC56D40F}" type="slidenum">
              <a:rPr lang="en-US" smtClean="0"/>
              <a:t>1</a:t>
            </a:fld>
            <a:endParaRPr lang="en-US"/>
          </a:p>
        </p:txBody>
      </p:sp>
    </p:spTree>
    <p:extLst>
      <p:ext uri="{BB962C8B-B14F-4D97-AF65-F5344CB8AC3E}">
        <p14:creationId xmlns:p14="http://schemas.microsoft.com/office/powerpoint/2010/main" val="1356751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discussing the project results, I'd like to briefly revisit the problem this work was designed to solve. Professional mountain bike reviews provide detailed evaluations of product performance, durability, ride quality, and value, but their length makes them difficult to analyze across hundreds of articles. This project addressed that challenge by developing an end-to-end natural language processing pipeline capable of collecting review articles, processing their text, and classifying overall sentiment. The objectives were to compare multiple sentiment analysis approaches, evaluate their performance using standard machine learning metrics, and demonstrate how automated sentiment analysis can generate actionable business insights for manufacturers, retailers, and consumers.</a:t>
            </a:r>
          </a:p>
        </p:txBody>
      </p:sp>
      <p:sp>
        <p:nvSpPr>
          <p:cNvPr id="4" name="Slide Number Placeholder 3"/>
          <p:cNvSpPr>
            <a:spLocks noGrp="1"/>
          </p:cNvSpPr>
          <p:nvPr>
            <p:ph type="sldNum" sz="quarter" idx="5"/>
          </p:nvPr>
        </p:nvSpPr>
        <p:spPr/>
        <p:txBody>
          <a:bodyPr/>
          <a:lstStyle/>
          <a:p>
            <a:fld id="{085C8D34-605E-5F4F-8998-DB15DC56D40F}" type="slidenum">
              <a:rPr lang="en-US" smtClean="0"/>
              <a:t>2</a:t>
            </a:fld>
            <a:endParaRPr lang="en-US"/>
          </a:p>
        </p:txBody>
      </p:sp>
    </p:spTree>
    <p:extLst>
      <p:ext uri="{BB962C8B-B14F-4D97-AF65-F5344CB8AC3E}">
        <p14:creationId xmlns:p14="http://schemas.microsoft.com/office/powerpoint/2010/main" val="3157514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used a manually labeled dataset of 301 professional mountain bike review articles collected from </a:t>
            </a:r>
            <a:r>
              <a:rPr lang="en-US" dirty="0" err="1"/>
              <a:t>Pinkbike.com</a:t>
            </a:r>
            <a:r>
              <a:rPr lang="en-US" dirty="0"/>
              <a:t>. Along with the review text, structured metadata such as brand, product category, review type, retail price, and publication date were extracted to support downstream analysis. An end-to-end ETL pipeline was developed to collect, clean, and prepare the review data for modeling. Three sentiment analysis approaches—a lexicon-based VADER model, a pretrained </a:t>
            </a:r>
            <a:r>
              <a:rPr lang="en-US" dirty="0" err="1"/>
              <a:t>RoBERTa</a:t>
            </a:r>
            <a:r>
              <a:rPr lang="en-US" dirty="0"/>
              <a:t> transformer, and a supervised TF-IDF Logistic Regression model—were then evaluated using multiple performance metrics. This comparative framework allowed the strengths and limitations of each approach to be assessed within a specialized review domain.</a:t>
            </a:r>
          </a:p>
        </p:txBody>
      </p:sp>
      <p:sp>
        <p:nvSpPr>
          <p:cNvPr id="4" name="Slide Number Placeholder 3"/>
          <p:cNvSpPr>
            <a:spLocks noGrp="1"/>
          </p:cNvSpPr>
          <p:nvPr>
            <p:ph type="sldNum" sz="quarter" idx="5"/>
          </p:nvPr>
        </p:nvSpPr>
        <p:spPr/>
        <p:txBody>
          <a:bodyPr/>
          <a:lstStyle/>
          <a:p>
            <a:fld id="{085C8D34-605E-5F4F-8998-DB15DC56D40F}" type="slidenum">
              <a:rPr lang="en-US" smtClean="0"/>
              <a:t>3</a:t>
            </a:fld>
            <a:endParaRPr lang="en-US"/>
          </a:p>
        </p:txBody>
      </p:sp>
    </p:spTree>
    <p:extLst>
      <p:ext uri="{BB962C8B-B14F-4D97-AF65-F5344CB8AC3E}">
        <p14:creationId xmlns:p14="http://schemas.microsoft.com/office/powerpoint/2010/main" val="474366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performance of the three sentiment analysis approaches evaluated in this project. While the VADER baseline achieved the highest overall accuracy, that metric alone was misleading because the dataset contained an imbalanced distribution of sentiment classes. When considering Balanced Accuracy, Macro F1, and ROC AUC, the TF-IDF with Logistic Regression model consistently delivered the strongest overall performance and was selected as the final model. Although the pretrained </a:t>
            </a:r>
            <a:r>
              <a:rPr lang="en-US" dirty="0" err="1"/>
              <a:t>RoBERTa</a:t>
            </a:r>
            <a:r>
              <a:rPr lang="en-US" dirty="0"/>
              <a:t> transformer represented a more advanced architecture, it transferred poorly to this specialized review domain, demonstrating that domain-specific labeled data were more valuable than model complexity for this application.</a:t>
            </a:r>
          </a:p>
        </p:txBody>
      </p:sp>
      <p:sp>
        <p:nvSpPr>
          <p:cNvPr id="4" name="Slide Number Placeholder 3"/>
          <p:cNvSpPr>
            <a:spLocks noGrp="1"/>
          </p:cNvSpPr>
          <p:nvPr>
            <p:ph type="sldNum" sz="quarter" idx="5"/>
          </p:nvPr>
        </p:nvSpPr>
        <p:spPr/>
        <p:txBody>
          <a:bodyPr/>
          <a:lstStyle/>
          <a:p>
            <a:fld id="{085C8D34-605E-5F4F-8998-DB15DC56D40F}" type="slidenum">
              <a:rPr lang="en-US" smtClean="0"/>
              <a:t>4</a:t>
            </a:fld>
            <a:endParaRPr lang="en-US"/>
          </a:p>
        </p:txBody>
      </p:sp>
    </p:spTree>
    <p:extLst>
      <p:ext uri="{BB962C8B-B14F-4D97-AF65-F5344CB8AC3E}">
        <p14:creationId xmlns:p14="http://schemas.microsoft.com/office/powerpoint/2010/main" val="144852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selecting the best-performing model, this project produced several broader insights. First, project-specific labeled data proved more valuable than relying solely on general-purpose sentiment analysis models. Second, evaluating multiple performance metrics was essential because accuracy alone favored the VADER baseline, while Balanced Accuracy, Macro F1, and ROC AUC identified TF-IDF with Logistic Regression as the strongest overall model. Third, the pretrained </a:t>
            </a:r>
            <a:r>
              <a:rPr lang="en-US" dirty="0" err="1"/>
              <a:t>RoBERTa</a:t>
            </a:r>
            <a:r>
              <a:rPr lang="en-US" dirty="0"/>
              <a:t> transformer demonstrated that greater model complexity does not necessarily translate into better performance when applied to a specialized review domain. Finally, the project showed how natural language processing can efficiently summarize large collections of professional product reviews, enabling scalable comparisons across products, brands, and review trends.</a:t>
            </a:r>
          </a:p>
        </p:txBody>
      </p:sp>
      <p:sp>
        <p:nvSpPr>
          <p:cNvPr id="4" name="Slide Number Placeholder 3"/>
          <p:cNvSpPr>
            <a:spLocks noGrp="1"/>
          </p:cNvSpPr>
          <p:nvPr>
            <p:ph type="sldNum" sz="quarter" idx="5"/>
          </p:nvPr>
        </p:nvSpPr>
        <p:spPr/>
        <p:txBody>
          <a:bodyPr/>
          <a:lstStyle/>
          <a:p>
            <a:fld id="{085C8D34-605E-5F4F-8998-DB15DC56D40F}" type="slidenum">
              <a:rPr lang="en-US" smtClean="0"/>
              <a:t>5</a:t>
            </a:fld>
            <a:endParaRPr lang="en-US"/>
          </a:p>
        </p:txBody>
      </p:sp>
    </p:spTree>
    <p:extLst>
      <p:ext uri="{BB962C8B-B14F-4D97-AF65-F5344CB8AC3E}">
        <p14:creationId xmlns:p14="http://schemas.microsoft.com/office/powerpoint/2010/main" val="2955222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this project focused on sentiment classification, its value extends beyond model performance. Manufacturers can use aggregated sentiment to identify recurring product strengths, design priorities, and emerging market trends. Retailers can compare brands and product categories to support merchandising and purchasing decisions. Consumers benefit from faster access to summarized review insights, allowing them to compare products more efficiently and make more informed purchasing decisions. Finally, the project provides a foundation for future research in domain-specific natural language processing and model development. Overall, automated sentiment analysis transforms large collections of unstructured review text into scalable, interpretable business intelligence that can support a wide range of decision-makers.</a:t>
            </a:r>
          </a:p>
        </p:txBody>
      </p:sp>
      <p:sp>
        <p:nvSpPr>
          <p:cNvPr id="4" name="Slide Number Placeholder 3"/>
          <p:cNvSpPr>
            <a:spLocks noGrp="1"/>
          </p:cNvSpPr>
          <p:nvPr>
            <p:ph type="sldNum" sz="quarter" idx="5"/>
          </p:nvPr>
        </p:nvSpPr>
        <p:spPr/>
        <p:txBody>
          <a:bodyPr/>
          <a:lstStyle/>
          <a:p>
            <a:fld id="{085C8D34-605E-5F4F-8998-DB15DC56D40F}" type="slidenum">
              <a:rPr lang="en-US" smtClean="0"/>
              <a:t>6</a:t>
            </a:fld>
            <a:endParaRPr lang="en-US"/>
          </a:p>
        </p:txBody>
      </p:sp>
    </p:spTree>
    <p:extLst>
      <p:ext uri="{BB962C8B-B14F-4D97-AF65-F5344CB8AC3E}">
        <p14:creationId xmlns:p14="http://schemas.microsoft.com/office/powerpoint/2010/main" val="596254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1ED6D-C78E-89C0-E0F5-F4683A87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962AC-FB8C-4D01-E1B8-3C6D7BA3E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F6877-C0B7-5993-3C5C-BDF820EFE4FF}"/>
              </a:ext>
            </a:extLst>
          </p:cNvPr>
          <p:cNvSpPr>
            <a:spLocks noGrp="1"/>
          </p:cNvSpPr>
          <p:nvPr>
            <p:ph type="body" idx="1"/>
          </p:nvPr>
        </p:nvSpPr>
        <p:spPr/>
        <p:txBody>
          <a:bodyPr/>
          <a:lstStyle/>
          <a:p>
            <a:r>
              <a:rPr lang="en-US" dirty="0"/>
              <a:t>The results of this project suggest several practical next steps. First, the supervised model could be deployed to automatically classify sentiment as new professional reviews are published, reducing manual effort and providing consistent sentiment summaries. Second, expanding the dataset to include additional mountain bike review sources would improve both model robustness and generalizability. Third, future work should investigate fine-tuning transformer models using domain-specific review data to determine whether additional performance gains can be achieved. Finally, integrating the model into interactive dashboards would allow manufacturers and retailers to monitor sentiment across brands, product categories, and publication dates, transforming the model into a practical decision-support tool.</a:t>
            </a:r>
          </a:p>
        </p:txBody>
      </p:sp>
      <p:sp>
        <p:nvSpPr>
          <p:cNvPr id="4" name="Slide Number Placeholder 3">
            <a:extLst>
              <a:ext uri="{FF2B5EF4-FFF2-40B4-BE49-F238E27FC236}">
                <a16:creationId xmlns:a16="http://schemas.microsoft.com/office/drawing/2014/main" id="{C2F3F0FD-CFAA-1DCE-D88E-D5926134804C}"/>
              </a:ext>
            </a:extLst>
          </p:cNvPr>
          <p:cNvSpPr>
            <a:spLocks noGrp="1"/>
          </p:cNvSpPr>
          <p:nvPr>
            <p:ph type="sldNum" sz="quarter" idx="5"/>
          </p:nvPr>
        </p:nvSpPr>
        <p:spPr/>
        <p:txBody>
          <a:bodyPr/>
          <a:lstStyle/>
          <a:p>
            <a:fld id="{085C8D34-605E-5F4F-8998-DB15DC56D40F}" type="slidenum">
              <a:rPr lang="en-US" smtClean="0"/>
              <a:t>7</a:t>
            </a:fld>
            <a:endParaRPr lang="en-US"/>
          </a:p>
        </p:txBody>
      </p:sp>
    </p:spTree>
    <p:extLst>
      <p:ext uri="{BB962C8B-B14F-4D97-AF65-F5344CB8AC3E}">
        <p14:creationId xmlns:p14="http://schemas.microsoft.com/office/powerpoint/2010/main" val="2167783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demonstrated that high-quality, domain-specific labeled data can outperform more complex general-purpose sentiment analysis approaches when applied to specialized technical text. Among the models evaluated, TF-IDF with Logistic Regression achieved the strongest overall balanced performance while remaining both interpretable and computationally efficient. More importantly, the project showed how natural language processing can transform lengthy professional product reviews into scalable business intelligence that supports manufacturers, retailers, consumers, and future research. While opportunities remain to expand the dataset and further develop transformer-based models, this work establishes a practical foundation for future deployment and continued advancement in domain-specific sentiment analysis. Thank you for your time, and I welcome any questions.</a:t>
            </a:r>
          </a:p>
        </p:txBody>
      </p:sp>
      <p:sp>
        <p:nvSpPr>
          <p:cNvPr id="4" name="Slide Number Placeholder 3"/>
          <p:cNvSpPr>
            <a:spLocks noGrp="1"/>
          </p:cNvSpPr>
          <p:nvPr>
            <p:ph type="sldNum" sz="quarter" idx="5"/>
          </p:nvPr>
        </p:nvSpPr>
        <p:spPr/>
        <p:txBody>
          <a:bodyPr/>
          <a:lstStyle/>
          <a:p>
            <a:fld id="{085C8D34-605E-5F4F-8998-DB15DC56D40F}" type="slidenum">
              <a:rPr lang="en-US" smtClean="0"/>
              <a:t>8</a:t>
            </a:fld>
            <a:endParaRPr lang="en-US"/>
          </a:p>
        </p:txBody>
      </p:sp>
    </p:spTree>
    <p:extLst>
      <p:ext uri="{BB962C8B-B14F-4D97-AF65-F5344CB8AC3E}">
        <p14:creationId xmlns:p14="http://schemas.microsoft.com/office/powerpoint/2010/main" val="3215231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42782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44228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978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DF60E-8B57-924B-825F-23BE3BB50F9C}"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1"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45615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DF60E-8B57-924B-825F-23BE3BB50F9C}" type="datetimeFigureOut">
              <a:rPr lang="en-US" smtClean="0"/>
              <a:t>7/28/26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34510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DF60E-8B57-924B-825F-23BE3BB50F9C}" type="datetimeFigureOut">
              <a:rPr lang="en-US" smtClean="0"/>
              <a:t>7/28/26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04145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DF60E-8B57-924B-825F-23BE3BB50F9C}" type="datetimeFigureOut">
              <a:rPr lang="en-US" smtClean="0"/>
              <a:t>7/28/26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41050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568140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858898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095772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02774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80800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79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972521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76881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577173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55DF60E-8B57-924B-825F-23BE3BB50F9C}" type="datetimeFigureOut">
              <a:rPr lang="en-US" smtClean="0"/>
              <a:t>7/28/26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E28AF00-0B86-A249-BAE9-6A03A519170D}" type="slidenum">
              <a:rPr lang="en-US" smtClean="0"/>
              <a:t>‹#›</a:t>
            </a:fld>
            <a:endParaRPr lang="en-US"/>
          </a:p>
        </p:txBody>
      </p:sp>
    </p:spTree>
    <p:extLst>
      <p:ext uri="{BB962C8B-B14F-4D97-AF65-F5344CB8AC3E}">
        <p14:creationId xmlns:p14="http://schemas.microsoft.com/office/powerpoint/2010/main" val="374419345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D210-F303-3E90-5E0C-BB139BBC850C}"/>
              </a:ext>
            </a:extLst>
          </p:cNvPr>
          <p:cNvSpPr>
            <a:spLocks noGrp="1"/>
          </p:cNvSpPr>
          <p:nvPr>
            <p:ph type="ctrTitle"/>
          </p:nvPr>
        </p:nvSpPr>
        <p:spPr/>
        <p:txBody>
          <a:bodyPr>
            <a:noAutofit/>
          </a:bodyPr>
          <a:lstStyle/>
          <a:p>
            <a:r>
              <a:rPr lang="en-US" sz="4800" dirty="0">
                <a:solidFill>
                  <a:schemeClr val="tx1"/>
                </a:solidFill>
                <a:ea typeface="+mn-ea"/>
                <a:cs typeface="+mn-cs"/>
              </a:rPr>
              <a:t>Sentiment Intelligence for Mountain Bike Product Reviews</a:t>
            </a:r>
            <a:br>
              <a:rPr lang="en-US" sz="4400" dirty="0">
                <a:solidFill>
                  <a:schemeClr val="tx1"/>
                </a:solidFill>
                <a:ea typeface="+mn-ea"/>
                <a:cs typeface="+mn-cs"/>
              </a:rPr>
            </a:br>
            <a:r>
              <a:rPr lang="en-US" sz="4000" dirty="0">
                <a:solidFill>
                  <a:schemeClr val="tx1"/>
                </a:solidFill>
                <a:ea typeface="+mn-ea"/>
                <a:cs typeface="+mn-cs"/>
              </a:rPr>
              <a:t>Final Presentation: Results, Insights, and Recommendations</a:t>
            </a:r>
          </a:p>
        </p:txBody>
      </p:sp>
      <p:sp>
        <p:nvSpPr>
          <p:cNvPr id="3" name="Subtitle 2">
            <a:extLst>
              <a:ext uri="{FF2B5EF4-FFF2-40B4-BE49-F238E27FC236}">
                <a16:creationId xmlns:a16="http://schemas.microsoft.com/office/drawing/2014/main" id="{D8F71DB5-6FA4-1572-E257-D1FC641B2E49}"/>
              </a:ext>
            </a:extLst>
          </p:cNvPr>
          <p:cNvSpPr>
            <a:spLocks noGrp="1"/>
          </p:cNvSpPr>
          <p:nvPr>
            <p:ph type="subTitle" idx="1"/>
          </p:nvPr>
        </p:nvSpPr>
        <p:spPr/>
        <p:txBody>
          <a:bodyPr>
            <a:normAutofit lnSpcReduction="10000"/>
          </a:bodyPr>
          <a:lstStyle/>
          <a:p>
            <a:r>
              <a:rPr lang="en-US" dirty="0"/>
              <a:t>DS 785</a:t>
            </a:r>
          </a:p>
          <a:p>
            <a:r>
              <a:rPr lang="en-US" dirty="0"/>
              <a:t>Austin Engstrom</a:t>
            </a:r>
          </a:p>
          <a:p>
            <a:r>
              <a:rPr lang="en-US" dirty="0"/>
              <a:t>August 2026</a:t>
            </a:r>
          </a:p>
        </p:txBody>
      </p:sp>
    </p:spTree>
    <p:extLst>
      <p:ext uri="{BB962C8B-B14F-4D97-AF65-F5344CB8AC3E}">
        <p14:creationId xmlns:p14="http://schemas.microsoft.com/office/powerpoint/2010/main" val="21014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5DA6-51F9-BD7B-3D34-1B4241361149}"/>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10C82209-A6E7-58FB-C7BA-62820B0D3794}"/>
              </a:ext>
            </a:extLst>
          </p:cNvPr>
          <p:cNvSpPr>
            <a:spLocks noGrp="1"/>
          </p:cNvSpPr>
          <p:nvPr>
            <p:ph sz="half" idx="1"/>
          </p:nvPr>
        </p:nvSpPr>
        <p:spPr>
          <a:xfrm>
            <a:off x="2032000" y="1264555"/>
            <a:ext cx="4313864" cy="2941983"/>
          </a:xfrm>
        </p:spPr>
        <p:txBody>
          <a:bodyPr>
            <a:normAutofit/>
          </a:bodyPr>
          <a:lstStyle/>
          <a:p>
            <a:pPr marL="0" indent="0">
              <a:buNone/>
            </a:pPr>
            <a:r>
              <a:rPr lang="en-US" b="1" dirty="0"/>
              <a:t>Business Problem</a:t>
            </a:r>
            <a:endParaRPr lang="en-US" dirty="0"/>
          </a:p>
          <a:p>
            <a:pPr lvl="0"/>
            <a:r>
              <a:rPr lang="en-US" sz="1400" dirty="0"/>
              <a:t>Professional mountain bike reviews contain valuable product insights but are too lengthy to analyze efficiently at scale.</a:t>
            </a:r>
          </a:p>
          <a:p>
            <a:pPr lvl="0"/>
            <a:r>
              <a:rPr lang="en-US" sz="1400" dirty="0"/>
              <a:t>Manufacturers, retailers, and consumers lack an efficient way to summarize sentiment across reviews and compare products. </a:t>
            </a:r>
          </a:p>
          <a:p>
            <a:pPr lvl="0"/>
            <a:r>
              <a:rPr lang="en-US" sz="1400" dirty="0"/>
              <a:t>Manual review analysis is time-consuming and impractical as review volumes continue to grow. </a:t>
            </a:r>
          </a:p>
          <a:p>
            <a:pPr marL="0" indent="0">
              <a:buNone/>
            </a:pPr>
            <a:endParaRPr lang="en-US" dirty="0"/>
          </a:p>
        </p:txBody>
      </p:sp>
      <p:sp>
        <p:nvSpPr>
          <p:cNvPr id="4" name="Content Placeholder 3">
            <a:extLst>
              <a:ext uri="{FF2B5EF4-FFF2-40B4-BE49-F238E27FC236}">
                <a16:creationId xmlns:a16="http://schemas.microsoft.com/office/drawing/2014/main" id="{7D69B92E-80B1-6F05-73FC-410FDF8489F0}"/>
              </a:ext>
            </a:extLst>
          </p:cNvPr>
          <p:cNvSpPr>
            <a:spLocks noGrp="1"/>
          </p:cNvSpPr>
          <p:nvPr>
            <p:ph sz="half" idx="2"/>
          </p:nvPr>
        </p:nvSpPr>
        <p:spPr>
          <a:xfrm>
            <a:off x="6634155" y="1264555"/>
            <a:ext cx="4313864" cy="2941983"/>
          </a:xfrm>
        </p:spPr>
        <p:txBody>
          <a:bodyPr>
            <a:normAutofit/>
          </a:bodyPr>
          <a:lstStyle/>
          <a:p>
            <a:pPr marL="0" indent="0">
              <a:buNone/>
            </a:pPr>
            <a:r>
              <a:rPr lang="en-US" b="1" dirty="0"/>
              <a:t>Project Objectives</a:t>
            </a:r>
            <a:endParaRPr lang="en-US" dirty="0"/>
          </a:p>
          <a:p>
            <a:pPr lvl="0"/>
            <a:r>
              <a:rPr lang="en-US" sz="1400" dirty="0"/>
              <a:t>Develop an end-to-end NLP pipeline for collecting and processing review articles. </a:t>
            </a:r>
          </a:p>
          <a:p>
            <a:pPr lvl="0"/>
            <a:r>
              <a:rPr lang="en-US" sz="1400" dirty="0"/>
              <a:t>Compare baseline and supervised sentiment analysis approaches. </a:t>
            </a:r>
          </a:p>
          <a:p>
            <a:pPr lvl="0"/>
            <a:r>
              <a:rPr lang="en-US" sz="1400" dirty="0"/>
              <a:t>Evaluate model performance using standard classification metrics. </a:t>
            </a:r>
          </a:p>
          <a:p>
            <a:pPr lvl="0"/>
            <a:r>
              <a:rPr lang="en-US" sz="1400" dirty="0"/>
              <a:t>Demonstrate how automated sentiment analysis can support product evaluation and business decision-making.</a:t>
            </a:r>
            <a:endParaRPr lang="en-US" dirty="0"/>
          </a:p>
        </p:txBody>
      </p:sp>
      <p:graphicFrame>
        <p:nvGraphicFramePr>
          <p:cNvPr id="5" name="Diagram 4">
            <a:extLst>
              <a:ext uri="{FF2B5EF4-FFF2-40B4-BE49-F238E27FC236}">
                <a16:creationId xmlns:a16="http://schemas.microsoft.com/office/drawing/2014/main" id="{9946D257-7308-9867-8796-C0402737D9E5}"/>
              </a:ext>
            </a:extLst>
          </p:cNvPr>
          <p:cNvGraphicFramePr/>
          <p:nvPr>
            <p:extLst>
              <p:ext uri="{D42A27DB-BD31-4B8C-83A1-F6EECF244321}">
                <p14:modId xmlns:p14="http://schemas.microsoft.com/office/powerpoint/2010/main" val="666626563"/>
              </p:ext>
            </p:extLst>
          </p:nvPr>
        </p:nvGraphicFramePr>
        <p:xfrm>
          <a:off x="2031999" y="4206538"/>
          <a:ext cx="8911687" cy="1931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0451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F533-C903-5CC4-CA4A-C37BDBD10771}"/>
              </a:ext>
            </a:extLst>
          </p:cNvPr>
          <p:cNvSpPr>
            <a:spLocks noGrp="1"/>
          </p:cNvSpPr>
          <p:nvPr>
            <p:ph type="title"/>
          </p:nvPr>
        </p:nvSpPr>
        <p:spPr/>
        <p:txBody>
          <a:bodyPr/>
          <a:lstStyle/>
          <a:p>
            <a:r>
              <a:rPr lang="en-US" dirty="0"/>
              <a:t>Data and Methods Recap</a:t>
            </a:r>
          </a:p>
        </p:txBody>
      </p:sp>
      <p:sp>
        <p:nvSpPr>
          <p:cNvPr id="3" name="Content Placeholder 2">
            <a:extLst>
              <a:ext uri="{FF2B5EF4-FFF2-40B4-BE49-F238E27FC236}">
                <a16:creationId xmlns:a16="http://schemas.microsoft.com/office/drawing/2014/main" id="{94A86152-A580-29CE-1EF0-740F1507AC4C}"/>
              </a:ext>
            </a:extLst>
          </p:cNvPr>
          <p:cNvSpPr>
            <a:spLocks noGrp="1"/>
          </p:cNvSpPr>
          <p:nvPr>
            <p:ph sz="half" idx="1"/>
          </p:nvPr>
        </p:nvSpPr>
        <p:spPr>
          <a:xfrm>
            <a:off x="2592924" y="1264555"/>
            <a:ext cx="4313864" cy="3777622"/>
          </a:xfrm>
        </p:spPr>
        <p:txBody>
          <a:bodyPr>
            <a:normAutofit fontScale="85000" lnSpcReduction="20000"/>
          </a:bodyPr>
          <a:lstStyle/>
          <a:p>
            <a:pPr marL="0" indent="0">
              <a:buNone/>
            </a:pPr>
            <a:r>
              <a:rPr lang="en-US" sz="1700" b="1" dirty="0"/>
              <a:t>Dataset</a:t>
            </a:r>
            <a:endParaRPr lang="en-US" sz="1600" dirty="0"/>
          </a:p>
          <a:p>
            <a:pPr lvl="0"/>
            <a:r>
              <a:rPr lang="en-US" sz="1500" b="1" dirty="0"/>
              <a:t>301</a:t>
            </a:r>
            <a:r>
              <a:rPr lang="en-US" sz="1500" dirty="0"/>
              <a:t> manually labeled professional mountain bike review articles </a:t>
            </a:r>
          </a:p>
          <a:p>
            <a:pPr lvl="0"/>
            <a:r>
              <a:rPr lang="en-US" sz="1500" dirty="0"/>
              <a:t>Reviews collected from </a:t>
            </a:r>
            <a:r>
              <a:rPr lang="en-US" sz="1500" b="1" dirty="0" err="1"/>
              <a:t>Pinkbike.com</a:t>
            </a:r>
            <a:r>
              <a:rPr lang="en-US" sz="1500" dirty="0"/>
              <a:t> </a:t>
            </a:r>
          </a:p>
          <a:p>
            <a:pPr lvl="0"/>
            <a:r>
              <a:rPr lang="en-US" sz="1500" dirty="0"/>
              <a:t>Metadata extracted: </a:t>
            </a:r>
          </a:p>
          <a:p>
            <a:pPr lvl="1"/>
            <a:r>
              <a:rPr lang="en-US" sz="1500" dirty="0"/>
              <a:t>Brand </a:t>
            </a:r>
          </a:p>
          <a:p>
            <a:pPr lvl="1"/>
            <a:r>
              <a:rPr lang="en-US" sz="1500" dirty="0"/>
              <a:t>Product category </a:t>
            </a:r>
          </a:p>
          <a:p>
            <a:pPr lvl="1"/>
            <a:r>
              <a:rPr lang="en-US" sz="1500" dirty="0"/>
              <a:t>Review type </a:t>
            </a:r>
          </a:p>
          <a:p>
            <a:pPr lvl="1"/>
            <a:r>
              <a:rPr lang="en-US" sz="1500" dirty="0"/>
              <a:t>Retail price </a:t>
            </a:r>
          </a:p>
          <a:p>
            <a:pPr lvl="1"/>
            <a:r>
              <a:rPr lang="en-US" sz="1500" dirty="0"/>
              <a:t>Publication date </a:t>
            </a:r>
          </a:p>
          <a:p>
            <a:pPr lvl="0"/>
            <a:r>
              <a:rPr lang="en-US" sz="1500" dirty="0"/>
              <a:t>Text cleaned and prepared for NLP analysis </a:t>
            </a:r>
            <a:br>
              <a:rPr lang="en-US" sz="1500" dirty="0"/>
            </a:br>
            <a:endParaRPr lang="en-US" sz="1500" dirty="0"/>
          </a:p>
          <a:p>
            <a:pPr marL="0" indent="0">
              <a:buNone/>
            </a:pPr>
            <a:endParaRPr lang="en-US" sz="1500" dirty="0"/>
          </a:p>
        </p:txBody>
      </p:sp>
      <p:sp>
        <p:nvSpPr>
          <p:cNvPr id="4" name="Content Placeholder 3">
            <a:extLst>
              <a:ext uri="{FF2B5EF4-FFF2-40B4-BE49-F238E27FC236}">
                <a16:creationId xmlns:a16="http://schemas.microsoft.com/office/drawing/2014/main" id="{AD745DF3-392D-2F94-5104-30FD56E369F4}"/>
              </a:ext>
            </a:extLst>
          </p:cNvPr>
          <p:cNvSpPr>
            <a:spLocks noGrp="1"/>
          </p:cNvSpPr>
          <p:nvPr>
            <p:ph sz="half" idx="2"/>
          </p:nvPr>
        </p:nvSpPr>
        <p:spPr>
          <a:xfrm>
            <a:off x="7048767" y="1264555"/>
            <a:ext cx="4313864" cy="3777622"/>
          </a:xfrm>
        </p:spPr>
        <p:txBody>
          <a:bodyPr>
            <a:normAutofit fontScale="85000" lnSpcReduction="20000"/>
          </a:bodyPr>
          <a:lstStyle/>
          <a:p>
            <a:pPr marL="0" indent="0">
              <a:buNone/>
            </a:pPr>
            <a:r>
              <a:rPr lang="en-US" sz="1900" b="1" dirty="0"/>
              <a:t>Analytical Approach</a:t>
            </a:r>
            <a:endParaRPr lang="en-US" sz="1900" dirty="0"/>
          </a:p>
          <a:p>
            <a:r>
              <a:rPr lang="en-US" sz="1600" dirty="0"/>
              <a:t>Developed an end-to-end ETL pipeline for review collection, preprocessing, and feature extraction</a:t>
            </a:r>
          </a:p>
          <a:p>
            <a:pPr lvl="0"/>
            <a:r>
              <a:rPr lang="en-US" sz="1600" dirty="0"/>
              <a:t>Compared three sentiment analysis approaches: </a:t>
            </a:r>
          </a:p>
          <a:p>
            <a:pPr lvl="1"/>
            <a:r>
              <a:rPr lang="en-US" dirty="0"/>
              <a:t>VADER lexicon-based baseline </a:t>
            </a:r>
          </a:p>
          <a:p>
            <a:pPr lvl="1"/>
            <a:r>
              <a:rPr lang="en-US" dirty="0" err="1"/>
              <a:t>RoBERTa</a:t>
            </a:r>
            <a:r>
              <a:rPr lang="en-US" dirty="0"/>
              <a:t> transformer model </a:t>
            </a:r>
          </a:p>
          <a:p>
            <a:pPr lvl="1"/>
            <a:r>
              <a:rPr lang="en-US" dirty="0"/>
              <a:t>TF-IDF with Logistic Regression </a:t>
            </a:r>
          </a:p>
          <a:p>
            <a:pPr lvl="0"/>
            <a:r>
              <a:rPr lang="en-US" sz="1600" dirty="0"/>
              <a:t>Evaluated models using: </a:t>
            </a:r>
          </a:p>
          <a:p>
            <a:pPr lvl="1"/>
            <a:r>
              <a:rPr lang="en-US" dirty="0"/>
              <a:t>Accuracy </a:t>
            </a:r>
          </a:p>
          <a:p>
            <a:pPr lvl="1"/>
            <a:r>
              <a:rPr lang="en-US" dirty="0"/>
              <a:t>Balanced Accuracy </a:t>
            </a:r>
          </a:p>
          <a:p>
            <a:pPr lvl="1"/>
            <a:r>
              <a:rPr lang="en-US" dirty="0"/>
              <a:t>Macro F1 Score </a:t>
            </a:r>
          </a:p>
          <a:p>
            <a:pPr lvl="1"/>
            <a:r>
              <a:rPr lang="en-US" dirty="0"/>
              <a:t>ROC AUC</a:t>
            </a:r>
          </a:p>
          <a:p>
            <a:pPr marL="0" indent="0">
              <a:buNone/>
            </a:pPr>
            <a:endParaRPr lang="en-US" dirty="0"/>
          </a:p>
        </p:txBody>
      </p:sp>
      <p:graphicFrame>
        <p:nvGraphicFramePr>
          <p:cNvPr id="5" name="Diagram 4">
            <a:extLst>
              <a:ext uri="{FF2B5EF4-FFF2-40B4-BE49-F238E27FC236}">
                <a16:creationId xmlns:a16="http://schemas.microsoft.com/office/drawing/2014/main" id="{E821D122-D5F2-7ED3-7C30-6E55873E20FC}"/>
              </a:ext>
            </a:extLst>
          </p:cNvPr>
          <p:cNvGraphicFramePr/>
          <p:nvPr>
            <p:extLst>
              <p:ext uri="{D42A27DB-BD31-4B8C-83A1-F6EECF244321}">
                <p14:modId xmlns:p14="http://schemas.microsoft.com/office/powerpoint/2010/main" val="3342253198"/>
              </p:ext>
            </p:extLst>
          </p:nvPr>
        </p:nvGraphicFramePr>
        <p:xfrm>
          <a:off x="2032000" y="4953001"/>
          <a:ext cx="8128000" cy="11853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455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6450-4E6E-2373-AAC7-32CD9E325115}"/>
              </a:ext>
            </a:extLst>
          </p:cNvPr>
          <p:cNvSpPr>
            <a:spLocks noGrp="1"/>
          </p:cNvSpPr>
          <p:nvPr>
            <p:ph type="title"/>
          </p:nvPr>
        </p:nvSpPr>
        <p:spPr/>
        <p:txBody>
          <a:bodyPr/>
          <a:lstStyle/>
          <a:p>
            <a:r>
              <a:rPr lang="en-US" dirty="0"/>
              <a:t>Model Performance Comparison</a:t>
            </a:r>
          </a:p>
        </p:txBody>
      </p:sp>
      <p:graphicFrame>
        <p:nvGraphicFramePr>
          <p:cNvPr id="5" name="Content Placeholder 4">
            <a:extLst>
              <a:ext uri="{FF2B5EF4-FFF2-40B4-BE49-F238E27FC236}">
                <a16:creationId xmlns:a16="http://schemas.microsoft.com/office/drawing/2014/main" id="{CB35A909-A9AE-3453-13F5-32C48224B6C5}"/>
              </a:ext>
            </a:extLst>
          </p:cNvPr>
          <p:cNvGraphicFramePr>
            <a:graphicFrameLocks noGrp="1"/>
          </p:cNvGraphicFramePr>
          <p:nvPr>
            <p:ph sz="half" idx="1"/>
            <p:extLst>
              <p:ext uri="{D42A27DB-BD31-4B8C-83A1-F6EECF244321}">
                <p14:modId xmlns:p14="http://schemas.microsoft.com/office/powerpoint/2010/main" val="660788640"/>
              </p:ext>
            </p:extLst>
          </p:nvPr>
        </p:nvGraphicFramePr>
        <p:xfrm>
          <a:off x="2592924" y="1788492"/>
          <a:ext cx="8911687" cy="2108200"/>
        </p:xfrm>
        <a:graphic>
          <a:graphicData uri="http://schemas.openxmlformats.org/drawingml/2006/table">
            <a:tbl>
              <a:tblPr firstRow="1" bandRow="1">
                <a:tableStyleId>{5C22544A-7EE6-4342-B048-85BDC9FD1C3A}</a:tableStyleId>
              </a:tblPr>
              <a:tblGrid>
                <a:gridCol w="1864791">
                  <a:extLst>
                    <a:ext uri="{9D8B030D-6E8A-4147-A177-3AD203B41FA5}">
                      <a16:colId xmlns:a16="http://schemas.microsoft.com/office/drawing/2014/main" val="703169383"/>
                    </a:ext>
                  </a:extLst>
                </a:gridCol>
                <a:gridCol w="1283436">
                  <a:extLst>
                    <a:ext uri="{9D8B030D-6E8A-4147-A177-3AD203B41FA5}">
                      <a16:colId xmlns:a16="http://schemas.microsoft.com/office/drawing/2014/main" val="2543421662"/>
                    </a:ext>
                  </a:extLst>
                </a:gridCol>
                <a:gridCol w="1679147">
                  <a:extLst>
                    <a:ext uri="{9D8B030D-6E8A-4147-A177-3AD203B41FA5}">
                      <a16:colId xmlns:a16="http://schemas.microsoft.com/office/drawing/2014/main" val="3002503203"/>
                    </a:ext>
                  </a:extLst>
                </a:gridCol>
                <a:gridCol w="1135454">
                  <a:extLst>
                    <a:ext uri="{9D8B030D-6E8A-4147-A177-3AD203B41FA5}">
                      <a16:colId xmlns:a16="http://schemas.microsoft.com/office/drawing/2014/main" val="939191662"/>
                    </a:ext>
                  </a:extLst>
                </a:gridCol>
                <a:gridCol w="1168333">
                  <a:extLst>
                    <a:ext uri="{9D8B030D-6E8A-4147-A177-3AD203B41FA5}">
                      <a16:colId xmlns:a16="http://schemas.microsoft.com/office/drawing/2014/main" val="136008386"/>
                    </a:ext>
                  </a:extLst>
                </a:gridCol>
                <a:gridCol w="1780526">
                  <a:extLst>
                    <a:ext uri="{9D8B030D-6E8A-4147-A177-3AD203B41FA5}">
                      <a16:colId xmlns:a16="http://schemas.microsoft.com/office/drawing/2014/main" val="3731497039"/>
                    </a:ext>
                  </a:extLst>
                </a:gridCol>
              </a:tblGrid>
              <a:tr h="370840">
                <a:tc>
                  <a:txBody>
                    <a:bodyPr/>
                    <a:lstStyle/>
                    <a:p>
                      <a:pPr algn="l">
                        <a:buNone/>
                      </a:pPr>
                      <a:r>
                        <a:rPr lang="en-US" sz="1600" dirty="0"/>
                        <a:t>Model</a:t>
                      </a:r>
                    </a:p>
                  </a:txBody>
                  <a:tcPr anchor="ctr"/>
                </a:tc>
                <a:tc>
                  <a:txBody>
                    <a:bodyPr/>
                    <a:lstStyle/>
                    <a:p>
                      <a:pPr algn="l">
                        <a:buNone/>
                      </a:pPr>
                      <a:r>
                        <a:rPr lang="en-US" sz="1600" dirty="0"/>
                        <a:t>Accuracy</a:t>
                      </a:r>
                    </a:p>
                  </a:txBody>
                  <a:tcPr anchor="ctr"/>
                </a:tc>
                <a:tc>
                  <a:txBody>
                    <a:bodyPr/>
                    <a:lstStyle/>
                    <a:p>
                      <a:pPr algn="l">
                        <a:buNone/>
                      </a:pPr>
                      <a:r>
                        <a:rPr lang="en-US" sz="1600" dirty="0"/>
                        <a:t>Balanced Accuracy</a:t>
                      </a:r>
                    </a:p>
                  </a:txBody>
                  <a:tcPr anchor="ctr"/>
                </a:tc>
                <a:tc>
                  <a:txBody>
                    <a:bodyPr/>
                    <a:lstStyle/>
                    <a:p>
                      <a:pPr algn="l">
                        <a:buNone/>
                      </a:pPr>
                      <a:r>
                        <a:rPr lang="en-US" sz="1600" dirty="0"/>
                        <a:t>Macro F1</a:t>
                      </a:r>
                    </a:p>
                  </a:txBody>
                  <a:tcPr anchor="ctr"/>
                </a:tc>
                <a:tc>
                  <a:txBody>
                    <a:bodyPr/>
                    <a:lstStyle/>
                    <a:p>
                      <a:pPr algn="l">
                        <a:buNone/>
                      </a:pPr>
                      <a:r>
                        <a:rPr lang="en-US" sz="1600" dirty="0"/>
                        <a:t>ROC AUC</a:t>
                      </a:r>
                    </a:p>
                  </a:txBody>
                  <a:tcPr anchor="ctr"/>
                </a:tc>
                <a:tc>
                  <a:txBody>
                    <a:bodyPr/>
                    <a:lstStyle/>
                    <a:p>
                      <a:pPr algn="l">
                        <a:buNone/>
                      </a:pPr>
                      <a:r>
                        <a:rPr lang="en-US" sz="1600" dirty="0"/>
                        <a:t>Overall</a:t>
                      </a:r>
                    </a:p>
                  </a:txBody>
                  <a:tcPr anchor="ctr"/>
                </a:tc>
                <a:extLst>
                  <a:ext uri="{0D108BD9-81ED-4DB2-BD59-A6C34878D82A}">
                    <a16:rowId xmlns:a16="http://schemas.microsoft.com/office/drawing/2014/main" val="697491162"/>
                  </a:ext>
                </a:extLst>
              </a:tr>
              <a:tr h="370840">
                <a:tc>
                  <a:txBody>
                    <a:bodyPr/>
                    <a:lstStyle/>
                    <a:p>
                      <a:pPr algn="l">
                        <a:buNone/>
                      </a:pPr>
                      <a:r>
                        <a:rPr lang="en-US" sz="1600" dirty="0"/>
                        <a:t>VADER</a:t>
                      </a:r>
                    </a:p>
                  </a:txBody>
                  <a:tcPr anchor="ctr"/>
                </a:tc>
                <a:tc>
                  <a:txBody>
                    <a:bodyPr/>
                    <a:lstStyle/>
                    <a:p>
                      <a:pPr algn="l">
                        <a:buNone/>
                      </a:pPr>
                      <a:r>
                        <a:rPr lang="en-US" sz="1600" b="1" dirty="0"/>
                        <a:t>0.784</a:t>
                      </a:r>
                    </a:p>
                  </a:txBody>
                  <a:tcPr anchor="ctr"/>
                </a:tc>
                <a:tc>
                  <a:txBody>
                    <a:bodyPr/>
                    <a:lstStyle/>
                    <a:p>
                      <a:pPr algn="l">
                        <a:buNone/>
                      </a:pPr>
                      <a:r>
                        <a:rPr lang="en-US" sz="1600" dirty="0"/>
                        <a:t>0.492</a:t>
                      </a:r>
                    </a:p>
                  </a:txBody>
                  <a:tcPr anchor="ctr"/>
                </a:tc>
                <a:tc>
                  <a:txBody>
                    <a:bodyPr/>
                    <a:lstStyle/>
                    <a:p>
                      <a:pPr algn="l">
                        <a:buNone/>
                      </a:pPr>
                      <a:r>
                        <a:rPr lang="en-US" sz="1600"/>
                        <a:t>0.440</a:t>
                      </a:r>
                    </a:p>
                  </a:txBody>
                  <a:tcPr anchor="ctr"/>
                </a:tc>
                <a:tc>
                  <a:txBody>
                    <a:bodyPr/>
                    <a:lstStyle/>
                    <a:p>
                      <a:pPr algn="l">
                        <a:buNone/>
                      </a:pPr>
                      <a:r>
                        <a:rPr lang="en-US" sz="1600"/>
                        <a:t>0.549</a:t>
                      </a:r>
                    </a:p>
                  </a:txBody>
                  <a:tcPr anchor="ctr"/>
                </a:tc>
                <a:tc>
                  <a:txBody>
                    <a:bodyPr/>
                    <a:lstStyle/>
                    <a:p>
                      <a:pPr algn="l">
                        <a:buNone/>
                      </a:pPr>
                      <a:r>
                        <a:rPr lang="en-US" sz="1600" dirty="0"/>
                        <a:t>Baseline</a:t>
                      </a:r>
                    </a:p>
                  </a:txBody>
                  <a:tcPr anchor="ctr"/>
                </a:tc>
                <a:extLst>
                  <a:ext uri="{0D108BD9-81ED-4DB2-BD59-A6C34878D82A}">
                    <a16:rowId xmlns:a16="http://schemas.microsoft.com/office/drawing/2014/main" val="1400052011"/>
                  </a:ext>
                </a:extLst>
              </a:tr>
              <a:tr h="370840">
                <a:tc>
                  <a:txBody>
                    <a:bodyPr/>
                    <a:lstStyle/>
                    <a:p>
                      <a:pPr algn="l">
                        <a:buNone/>
                      </a:pPr>
                      <a:r>
                        <a:rPr lang="en-US" sz="1600" dirty="0" err="1"/>
                        <a:t>RoBERTa</a:t>
                      </a:r>
                      <a:endParaRPr lang="en-US" sz="1600" dirty="0"/>
                    </a:p>
                  </a:txBody>
                  <a:tcPr anchor="ctr"/>
                </a:tc>
                <a:tc>
                  <a:txBody>
                    <a:bodyPr/>
                    <a:lstStyle/>
                    <a:p>
                      <a:pPr algn="l">
                        <a:buNone/>
                      </a:pPr>
                      <a:r>
                        <a:rPr lang="en-US" sz="1600"/>
                        <a:t>0.269</a:t>
                      </a:r>
                    </a:p>
                  </a:txBody>
                  <a:tcPr anchor="ctr"/>
                </a:tc>
                <a:tc>
                  <a:txBody>
                    <a:bodyPr/>
                    <a:lstStyle/>
                    <a:p>
                      <a:pPr algn="l">
                        <a:buNone/>
                      </a:pPr>
                      <a:r>
                        <a:rPr lang="en-US" sz="1600"/>
                        <a:t>0.511</a:t>
                      </a:r>
                    </a:p>
                  </a:txBody>
                  <a:tcPr anchor="ctr"/>
                </a:tc>
                <a:tc>
                  <a:txBody>
                    <a:bodyPr/>
                    <a:lstStyle/>
                    <a:p>
                      <a:pPr algn="l">
                        <a:buNone/>
                      </a:pPr>
                      <a:r>
                        <a:rPr lang="en-US" sz="1600" dirty="0"/>
                        <a:t>0.261</a:t>
                      </a:r>
                    </a:p>
                  </a:txBody>
                  <a:tcPr anchor="ctr"/>
                </a:tc>
                <a:tc>
                  <a:txBody>
                    <a:bodyPr/>
                    <a:lstStyle/>
                    <a:p>
                      <a:pPr algn="l">
                        <a:buNone/>
                      </a:pPr>
                      <a:r>
                        <a:rPr lang="en-US" sz="1600" dirty="0"/>
                        <a:t>0.558</a:t>
                      </a:r>
                    </a:p>
                  </a:txBody>
                  <a:tcPr anchor="ctr"/>
                </a:tc>
                <a:tc>
                  <a:txBody>
                    <a:bodyPr/>
                    <a:lstStyle/>
                    <a:p>
                      <a:pPr algn="l">
                        <a:buNone/>
                      </a:pPr>
                      <a:r>
                        <a:rPr lang="en-US" sz="1600" dirty="0"/>
                        <a:t>Limited Domain Transfer</a:t>
                      </a:r>
                    </a:p>
                  </a:txBody>
                  <a:tcPr anchor="ctr"/>
                </a:tc>
                <a:extLst>
                  <a:ext uri="{0D108BD9-81ED-4DB2-BD59-A6C34878D82A}">
                    <a16:rowId xmlns:a16="http://schemas.microsoft.com/office/drawing/2014/main" val="3051599811"/>
                  </a:ext>
                </a:extLst>
              </a:tr>
              <a:tr h="370840">
                <a:tc>
                  <a:txBody>
                    <a:bodyPr/>
                    <a:lstStyle/>
                    <a:p>
                      <a:pPr algn="l">
                        <a:buNone/>
                      </a:pPr>
                      <a:r>
                        <a:rPr lang="en-US" sz="1600" b="1" dirty="0"/>
                        <a:t>TF-IDF + Logistic Regression</a:t>
                      </a:r>
                      <a:endParaRPr lang="en-US" sz="1600" dirty="0"/>
                    </a:p>
                  </a:txBody>
                  <a:tcPr anchor="ctr"/>
                </a:tc>
                <a:tc>
                  <a:txBody>
                    <a:bodyPr/>
                    <a:lstStyle/>
                    <a:p>
                      <a:pPr algn="l">
                        <a:buNone/>
                      </a:pPr>
                      <a:r>
                        <a:rPr lang="en-US" sz="1600" b="0" dirty="0"/>
                        <a:t>0.656</a:t>
                      </a:r>
                    </a:p>
                  </a:txBody>
                  <a:tcPr anchor="ctr"/>
                </a:tc>
                <a:tc>
                  <a:txBody>
                    <a:bodyPr/>
                    <a:lstStyle/>
                    <a:p>
                      <a:pPr algn="l">
                        <a:buNone/>
                      </a:pPr>
                      <a:r>
                        <a:rPr lang="en-US" sz="1600" b="1" dirty="0"/>
                        <a:t>0.597</a:t>
                      </a:r>
                      <a:endParaRPr lang="en-US" sz="1600" dirty="0"/>
                    </a:p>
                  </a:txBody>
                  <a:tcPr anchor="ctr"/>
                </a:tc>
                <a:tc>
                  <a:txBody>
                    <a:bodyPr/>
                    <a:lstStyle/>
                    <a:p>
                      <a:pPr algn="l">
                        <a:buNone/>
                      </a:pPr>
                      <a:r>
                        <a:rPr lang="en-US" sz="1600" b="1" dirty="0"/>
                        <a:t>0.564</a:t>
                      </a:r>
                      <a:endParaRPr lang="en-US" sz="1600" dirty="0"/>
                    </a:p>
                  </a:txBody>
                  <a:tcPr anchor="ctr"/>
                </a:tc>
                <a:tc>
                  <a:txBody>
                    <a:bodyPr/>
                    <a:lstStyle/>
                    <a:p>
                      <a:pPr algn="l">
                        <a:buNone/>
                      </a:pPr>
                      <a:r>
                        <a:rPr lang="en-US" sz="1600" b="1" dirty="0"/>
                        <a:t>0.665</a:t>
                      </a:r>
                      <a:endParaRPr lang="en-US" sz="1600" dirty="0"/>
                    </a:p>
                  </a:txBody>
                  <a:tcPr anchor="ctr"/>
                </a:tc>
                <a:tc>
                  <a:txBody>
                    <a:bodyPr/>
                    <a:lstStyle/>
                    <a:p>
                      <a:pPr algn="l">
                        <a:buNone/>
                      </a:pPr>
                      <a:r>
                        <a:rPr lang="en-US" sz="1600" dirty="0"/>
                        <a:t>Selected Model</a:t>
                      </a:r>
                    </a:p>
                  </a:txBody>
                  <a:tcPr anchor="ctr"/>
                </a:tc>
                <a:extLst>
                  <a:ext uri="{0D108BD9-81ED-4DB2-BD59-A6C34878D82A}">
                    <a16:rowId xmlns:a16="http://schemas.microsoft.com/office/drawing/2014/main" val="2067833068"/>
                  </a:ext>
                </a:extLst>
              </a:tr>
            </a:tbl>
          </a:graphicData>
        </a:graphic>
      </p:graphicFrame>
      <p:sp>
        <p:nvSpPr>
          <p:cNvPr id="4" name="Content Placeholder 3">
            <a:extLst>
              <a:ext uri="{FF2B5EF4-FFF2-40B4-BE49-F238E27FC236}">
                <a16:creationId xmlns:a16="http://schemas.microsoft.com/office/drawing/2014/main" id="{7E1D74F3-D226-E406-B914-733B89FEAF11}"/>
              </a:ext>
            </a:extLst>
          </p:cNvPr>
          <p:cNvSpPr>
            <a:spLocks noGrp="1"/>
          </p:cNvSpPr>
          <p:nvPr>
            <p:ph sz="half" idx="2"/>
          </p:nvPr>
        </p:nvSpPr>
        <p:spPr>
          <a:xfrm>
            <a:off x="2589211" y="4015408"/>
            <a:ext cx="8915400" cy="1888435"/>
          </a:xfrm>
        </p:spPr>
        <p:txBody>
          <a:bodyPr>
            <a:normAutofit fontScale="85000" lnSpcReduction="20000"/>
          </a:bodyPr>
          <a:lstStyle/>
          <a:p>
            <a:pPr marL="0" indent="0">
              <a:buNone/>
            </a:pPr>
            <a:r>
              <a:rPr lang="en-US" sz="1900" b="1" dirty="0"/>
              <a:t>Key Findings</a:t>
            </a:r>
            <a:endParaRPr lang="en-US" sz="1900" dirty="0"/>
          </a:p>
          <a:p>
            <a:pPr lvl="0"/>
            <a:r>
              <a:rPr lang="en-US" sz="1600" dirty="0"/>
              <a:t>TF-IDF with Logistic Regression achieved the strongest overall balanced performance across evaluation metrics. </a:t>
            </a:r>
          </a:p>
          <a:p>
            <a:pPr lvl="0"/>
            <a:r>
              <a:rPr lang="en-US" sz="1600" dirty="0"/>
              <a:t>VADER produced the highest accuracy but struggled with minority class classification. </a:t>
            </a:r>
          </a:p>
          <a:p>
            <a:pPr lvl="0"/>
            <a:r>
              <a:rPr lang="en-US" sz="1600" dirty="0"/>
              <a:t>The pretrained </a:t>
            </a:r>
            <a:r>
              <a:rPr lang="en-US" sz="1600" dirty="0" err="1"/>
              <a:t>RoBERTa</a:t>
            </a:r>
            <a:r>
              <a:rPr lang="en-US" sz="1600" dirty="0"/>
              <a:t> model transferred poorly to this specialized review domain. </a:t>
            </a:r>
          </a:p>
          <a:p>
            <a:pPr lvl="0"/>
            <a:r>
              <a:rPr lang="en-US" sz="1600" dirty="0"/>
              <a:t>Domain-specific supervised learning outperformed more complex pretrained models in this specialized review domain. </a:t>
            </a:r>
          </a:p>
        </p:txBody>
      </p:sp>
    </p:spTree>
    <p:extLst>
      <p:ext uri="{BB962C8B-B14F-4D97-AF65-F5344CB8AC3E}">
        <p14:creationId xmlns:p14="http://schemas.microsoft.com/office/powerpoint/2010/main" val="3518714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966DD2F-FBF5-41CE-A3F4-565352D95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071A151-9B5B-403B-C6C9-20A2CF0843DA}"/>
              </a:ext>
            </a:extLst>
          </p:cNvPr>
          <p:cNvSpPr>
            <a:spLocks noGrp="1"/>
          </p:cNvSpPr>
          <p:nvPr>
            <p:ph type="title"/>
          </p:nvPr>
        </p:nvSpPr>
        <p:spPr>
          <a:xfrm>
            <a:off x="1794897" y="624110"/>
            <a:ext cx="9712998" cy="1280890"/>
          </a:xfrm>
        </p:spPr>
        <p:txBody>
          <a:bodyPr>
            <a:normAutofit/>
          </a:bodyPr>
          <a:lstStyle/>
          <a:p>
            <a:r>
              <a:rPr lang="en-US" dirty="0"/>
              <a:t>Key Insights</a:t>
            </a:r>
          </a:p>
        </p:txBody>
      </p:sp>
      <p:sp>
        <p:nvSpPr>
          <p:cNvPr id="13" name="Rectangle 12">
            <a:extLst>
              <a:ext uri="{FF2B5EF4-FFF2-40B4-BE49-F238E27FC236}">
                <a16:creationId xmlns:a16="http://schemas.microsoft.com/office/drawing/2014/main" id="{F46FCE2B-F2D2-466E-B0AA-8E341DB49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1">
            <a:extLst>
              <a:ext uri="{FF2B5EF4-FFF2-40B4-BE49-F238E27FC236}">
                <a16:creationId xmlns:a16="http://schemas.microsoft.com/office/drawing/2014/main" id="{2BD31C98-199A-4722-A1A5-4393A43E7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graphicFrame>
        <p:nvGraphicFramePr>
          <p:cNvPr id="6" name="Content Placeholder 5">
            <a:extLst>
              <a:ext uri="{FF2B5EF4-FFF2-40B4-BE49-F238E27FC236}">
                <a16:creationId xmlns:a16="http://schemas.microsoft.com/office/drawing/2014/main" id="{21BC458C-FCBC-8745-DF74-683BA1F35D42}"/>
              </a:ext>
            </a:extLst>
          </p:cNvPr>
          <p:cNvGraphicFramePr>
            <a:graphicFrameLocks noGrp="1"/>
          </p:cNvGraphicFramePr>
          <p:nvPr>
            <p:ph idx="1"/>
            <p:extLst>
              <p:ext uri="{D42A27DB-BD31-4B8C-83A1-F6EECF244321}">
                <p14:modId xmlns:p14="http://schemas.microsoft.com/office/powerpoint/2010/main" val="3456829644"/>
              </p:ext>
            </p:extLst>
          </p:nvPr>
        </p:nvGraphicFramePr>
        <p:xfrm>
          <a:off x="1794897" y="2222983"/>
          <a:ext cx="8987404" cy="36539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2223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CA89-A4C7-89B9-8E9E-E3B1CBAF5256}"/>
              </a:ext>
            </a:extLst>
          </p:cNvPr>
          <p:cNvSpPr>
            <a:spLocks noGrp="1"/>
          </p:cNvSpPr>
          <p:nvPr>
            <p:ph type="title"/>
          </p:nvPr>
        </p:nvSpPr>
        <p:spPr/>
        <p:txBody>
          <a:bodyPr/>
          <a:lstStyle/>
          <a:p>
            <a:r>
              <a:rPr lang="en-US" dirty="0"/>
              <a:t>Business Impact</a:t>
            </a:r>
          </a:p>
        </p:txBody>
      </p:sp>
      <p:graphicFrame>
        <p:nvGraphicFramePr>
          <p:cNvPr id="4" name="Content Placeholder 3">
            <a:extLst>
              <a:ext uri="{FF2B5EF4-FFF2-40B4-BE49-F238E27FC236}">
                <a16:creationId xmlns:a16="http://schemas.microsoft.com/office/drawing/2014/main" id="{1F869335-E183-2FEA-730F-864DF1471CC2}"/>
              </a:ext>
            </a:extLst>
          </p:cNvPr>
          <p:cNvGraphicFramePr>
            <a:graphicFrameLocks noGrp="1"/>
          </p:cNvGraphicFramePr>
          <p:nvPr>
            <p:ph idx="1"/>
            <p:extLst>
              <p:ext uri="{D42A27DB-BD31-4B8C-83A1-F6EECF244321}">
                <p14:modId xmlns:p14="http://schemas.microsoft.com/office/powerpoint/2010/main" val="533329665"/>
              </p:ext>
            </p:extLst>
          </p:nvPr>
        </p:nvGraphicFramePr>
        <p:xfrm>
          <a:off x="2589212" y="1264555"/>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23D212C-31A9-2191-D6D1-E6D995C7E1D4}"/>
              </a:ext>
            </a:extLst>
          </p:cNvPr>
          <p:cNvSpPr txBox="1"/>
          <p:nvPr/>
        </p:nvSpPr>
        <p:spPr>
          <a:xfrm>
            <a:off x="2589212" y="5181600"/>
            <a:ext cx="8915400" cy="646331"/>
          </a:xfrm>
          <a:prstGeom prst="rect">
            <a:avLst/>
          </a:prstGeom>
          <a:noFill/>
        </p:spPr>
        <p:txBody>
          <a:bodyPr wrap="square" rtlCol="0">
            <a:spAutoFit/>
          </a:bodyPr>
          <a:lstStyle/>
          <a:p>
            <a:r>
              <a:rPr lang="en-US" dirty="0"/>
              <a:t>Automated sentiment analysis transforms hundreds of long-form product reviews into scalable, interpretable business intelligence.</a:t>
            </a:r>
          </a:p>
        </p:txBody>
      </p:sp>
    </p:spTree>
    <p:extLst>
      <p:ext uri="{BB962C8B-B14F-4D97-AF65-F5344CB8AC3E}">
        <p14:creationId xmlns:p14="http://schemas.microsoft.com/office/powerpoint/2010/main" val="67259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E84B-B808-2E95-79AA-598DF5E29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63EEA-06F1-97D8-79A0-7CC7C1894017}"/>
              </a:ext>
            </a:extLst>
          </p:cNvPr>
          <p:cNvSpPr>
            <a:spLocks noGrp="1"/>
          </p:cNvSpPr>
          <p:nvPr>
            <p:ph type="title"/>
          </p:nvPr>
        </p:nvSpPr>
        <p:spPr/>
        <p:txBody>
          <a:bodyPr/>
          <a:lstStyle/>
          <a:p>
            <a:r>
              <a:rPr lang="en-US" dirty="0"/>
              <a:t>Recommendations and Next Steps</a:t>
            </a:r>
          </a:p>
        </p:txBody>
      </p:sp>
      <p:graphicFrame>
        <p:nvGraphicFramePr>
          <p:cNvPr id="4" name="Content Placeholder 3">
            <a:extLst>
              <a:ext uri="{FF2B5EF4-FFF2-40B4-BE49-F238E27FC236}">
                <a16:creationId xmlns:a16="http://schemas.microsoft.com/office/drawing/2014/main" id="{205B5BFA-BED8-FD61-7BB0-ADB73A179518}"/>
              </a:ext>
            </a:extLst>
          </p:cNvPr>
          <p:cNvGraphicFramePr>
            <a:graphicFrameLocks noGrp="1"/>
          </p:cNvGraphicFramePr>
          <p:nvPr>
            <p:ph idx="1"/>
            <p:extLst>
              <p:ext uri="{D42A27DB-BD31-4B8C-83A1-F6EECF244321}">
                <p14:modId xmlns:p14="http://schemas.microsoft.com/office/powerpoint/2010/main" val="2836439019"/>
              </p:ext>
            </p:extLst>
          </p:nvPr>
        </p:nvGraphicFramePr>
        <p:xfrm>
          <a:off x="2589212" y="1264555"/>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FE0A8D3-80F2-DF61-9032-D69079EB5258}"/>
              </a:ext>
            </a:extLst>
          </p:cNvPr>
          <p:cNvSpPr txBox="1"/>
          <p:nvPr/>
        </p:nvSpPr>
        <p:spPr>
          <a:xfrm>
            <a:off x="2589212" y="5181600"/>
            <a:ext cx="8915400" cy="923330"/>
          </a:xfrm>
          <a:prstGeom prst="rect">
            <a:avLst/>
          </a:prstGeom>
          <a:noFill/>
        </p:spPr>
        <p:txBody>
          <a:bodyPr wrap="square" rtlCol="0">
            <a:spAutoFit/>
          </a:bodyPr>
          <a:lstStyle/>
          <a:p>
            <a:r>
              <a:rPr lang="en-US" dirty="0"/>
              <a:t>The supervised model provides a practical foundation for scalable sentiment analysis while creating opportunities for continued model improvement and business integration.</a:t>
            </a:r>
          </a:p>
        </p:txBody>
      </p:sp>
    </p:spTree>
    <p:extLst>
      <p:ext uri="{BB962C8B-B14F-4D97-AF65-F5344CB8AC3E}">
        <p14:creationId xmlns:p14="http://schemas.microsoft.com/office/powerpoint/2010/main" val="3875127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48F5-1F56-690D-54E7-F38EC4F3D13C}"/>
              </a:ext>
            </a:extLst>
          </p:cNvPr>
          <p:cNvSpPr>
            <a:spLocks noGrp="1"/>
          </p:cNvSpPr>
          <p:nvPr>
            <p:ph type="title"/>
          </p:nvPr>
        </p:nvSpPr>
        <p:spPr/>
        <p:txBody>
          <a:bodyPr/>
          <a:lstStyle/>
          <a:p>
            <a:r>
              <a:rPr lang="en-US" dirty="0"/>
              <a:t>Project Conclusions</a:t>
            </a:r>
          </a:p>
        </p:txBody>
      </p:sp>
      <p:graphicFrame>
        <p:nvGraphicFramePr>
          <p:cNvPr id="4" name="Content Placeholder 3">
            <a:extLst>
              <a:ext uri="{FF2B5EF4-FFF2-40B4-BE49-F238E27FC236}">
                <a16:creationId xmlns:a16="http://schemas.microsoft.com/office/drawing/2014/main" id="{A622E36C-9AB3-F312-8E01-83F0B4B0ACC5}"/>
              </a:ext>
            </a:extLst>
          </p:cNvPr>
          <p:cNvGraphicFramePr>
            <a:graphicFrameLocks noGrp="1"/>
          </p:cNvGraphicFramePr>
          <p:nvPr>
            <p:ph idx="1"/>
            <p:extLst>
              <p:ext uri="{D42A27DB-BD31-4B8C-83A1-F6EECF244321}">
                <p14:modId xmlns:p14="http://schemas.microsoft.com/office/powerpoint/2010/main" val="3137649158"/>
              </p:ext>
            </p:extLst>
          </p:nvPr>
        </p:nvGraphicFramePr>
        <p:xfrm>
          <a:off x="2589212" y="1264555"/>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E42EF68-9958-C7A1-2639-E39744348F95}"/>
              </a:ext>
            </a:extLst>
          </p:cNvPr>
          <p:cNvSpPr txBox="1"/>
          <p:nvPr/>
        </p:nvSpPr>
        <p:spPr>
          <a:xfrm>
            <a:off x="2589211" y="5486399"/>
            <a:ext cx="8915400" cy="646331"/>
          </a:xfrm>
          <a:prstGeom prst="rect">
            <a:avLst/>
          </a:prstGeom>
          <a:noFill/>
        </p:spPr>
        <p:txBody>
          <a:bodyPr wrap="square" rtlCol="0">
            <a:spAutoFit/>
          </a:bodyPr>
          <a:lstStyle/>
          <a:p>
            <a:r>
              <a:rPr lang="en-US" b="1" dirty="0"/>
              <a:t>Effective sentiment analysis depends not only on advanced algorithms, but also on high-quality domain-specific data and thoughtful model evaluation.</a:t>
            </a:r>
          </a:p>
        </p:txBody>
      </p:sp>
    </p:spTree>
    <p:extLst>
      <p:ext uri="{BB962C8B-B14F-4D97-AF65-F5344CB8AC3E}">
        <p14:creationId xmlns:p14="http://schemas.microsoft.com/office/powerpoint/2010/main" val="3354916620"/>
      </p:ext>
    </p:extLst>
  </p:cSld>
  <p:clrMapOvr>
    <a:masterClrMapping/>
  </p:clrMapOvr>
</p:sld>
</file>

<file path=ppt/theme/theme1.xml><?xml version="1.0" encoding="utf-8"?>
<a:theme xmlns:a="http://schemas.openxmlformats.org/drawingml/2006/main" name="Wisp">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697</TotalTime>
  <Words>1519</Words>
  <Application>Microsoft Macintosh PowerPoint</Application>
  <PresentationFormat>Widescreen</PresentationFormat>
  <Paragraphs>142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Century Gothic</vt:lpstr>
      <vt:lpstr>Wingdings 3</vt:lpstr>
      <vt:lpstr>Wisp</vt:lpstr>
      <vt:lpstr>Sentiment Intelligence for Mountain Bike Product Reviews Final Presentation: Results, Insights, and Recommendations</vt:lpstr>
      <vt:lpstr>Project Overview</vt:lpstr>
      <vt:lpstr>Data and Methods Recap</vt:lpstr>
      <vt:lpstr>Model Performance Comparison</vt:lpstr>
      <vt:lpstr>Key Insights</vt:lpstr>
      <vt:lpstr>Business Impact</vt:lpstr>
      <vt:lpstr>Recommendations and Next Steps</vt:lpstr>
      <vt:lpstr>Project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Engstrom</dc:creator>
  <cp:lastModifiedBy>Austin Engstrom</cp:lastModifiedBy>
  <cp:revision>20</cp:revision>
  <dcterms:created xsi:type="dcterms:W3CDTF">2026-06-19T12:15:19Z</dcterms:created>
  <dcterms:modified xsi:type="dcterms:W3CDTF">2026-07-29T00:05:09Z</dcterms:modified>
</cp:coreProperties>
</file>