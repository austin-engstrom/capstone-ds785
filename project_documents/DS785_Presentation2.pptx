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2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575"/>
    <p:restoredTop sz="65692"/>
  </p:normalViewPr>
  <p:slideViewPr>
    <p:cSldViewPr snapToGrid="0">
      <p:cViewPr varScale="1">
        <p:scale>
          <a:sx n="45" d="100"/>
          <a:sy n="45" d="100"/>
        </p:scale>
        <p:origin x="208" y="8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4" Type="http://schemas.openxmlformats.org/officeDocument/2006/relationships/image" Target="../media/image5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ED1018C-473D-9846-B228-DF0E1E261930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763A5C7B-572B-3146-8EB1-DA935A597A7E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en-US" dirty="0" err="1"/>
            <a:t>BeautifulSoup</a:t>
          </a:r>
          <a:r>
            <a:rPr lang="en-US" dirty="0"/>
            <a:t> (Transform)</a:t>
          </a:r>
        </a:p>
      </dgm:t>
    </dgm:pt>
    <dgm:pt modelId="{A3BADC21-A3AF-AC40-8CC4-F7D7DCD57AD6}" type="parTrans" cxnId="{4CE693D0-B2DF-FD4F-AB07-1BEE38BF2D1B}">
      <dgm:prSet/>
      <dgm:spPr/>
      <dgm:t>
        <a:bodyPr/>
        <a:lstStyle/>
        <a:p>
          <a:endParaRPr lang="en-US"/>
        </a:p>
      </dgm:t>
    </dgm:pt>
    <dgm:pt modelId="{8BEBAEA7-D76B-4B43-B5D0-4A4AF9C665B6}" type="sibTrans" cxnId="{4CE693D0-B2DF-FD4F-AB07-1BEE38BF2D1B}">
      <dgm:prSet/>
      <dgm:spPr/>
      <dgm:t>
        <a:bodyPr/>
        <a:lstStyle/>
        <a:p>
          <a:endParaRPr lang="en-US"/>
        </a:p>
      </dgm:t>
    </dgm:pt>
    <dgm:pt modelId="{7C58F469-8D80-D247-9F63-4F030A603584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Parse HTML content</a:t>
          </a:r>
        </a:p>
        <a:p>
          <a:pPr>
            <a:lnSpc>
              <a:spcPct val="100000"/>
            </a:lnSpc>
          </a:pPr>
          <a:r>
            <a:rPr lang="en-US" dirty="0"/>
            <a:t>Remove page formatting</a:t>
          </a:r>
        </a:p>
        <a:p>
          <a:pPr>
            <a:lnSpc>
              <a:spcPct val="100000"/>
            </a:lnSpc>
          </a:pPr>
          <a:r>
            <a:rPr lang="en-US" dirty="0"/>
            <a:t>Extract review text</a:t>
          </a:r>
        </a:p>
        <a:p>
          <a:pPr>
            <a:lnSpc>
              <a:spcPct val="100000"/>
            </a:lnSpc>
          </a:pPr>
          <a:r>
            <a:rPr lang="en-US" dirty="0"/>
            <a:t>Extract article metadata</a:t>
          </a:r>
        </a:p>
      </dgm:t>
    </dgm:pt>
    <dgm:pt modelId="{2013110C-25BC-834B-A558-7AA9D300D039}" type="parTrans" cxnId="{D0B4DD1C-384B-204B-9F4C-7247C771E4A5}">
      <dgm:prSet/>
      <dgm:spPr/>
      <dgm:t>
        <a:bodyPr/>
        <a:lstStyle/>
        <a:p>
          <a:endParaRPr lang="en-US"/>
        </a:p>
      </dgm:t>
    </dgm:pt>
    <dgm:pt modelId="{75192FB4-EC03-7B4C-832A-B2FCAEFDCBBE}" type="sibTrans" cxnId="{D0B4DD1C-384B-204B-9F4C-7247C771E4A5}">
      <dgm:prSet/>
      <dgm:spPr/>
      <dgm:t>
        <a:bodyPr/>
        <a:lstStyle/>
        <a:p>
          <a:endParaRPr lang="en-US"/>
        </a:p>
      </dgm:t>
    </dgm:pt>
    <dgm:pt modelId="{7BE63A64-2C7F-4D4B-A5EF-831A17F37824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Structured Feature Generation (Transform)</a:t>
          </a:r>
        </a:p>
      </dgm:t>
    </dgm:pt>
    <dgm:pt modelId="{6806C188-40BC-024B-BA72-BA20C97E1A13}" type="parTrans" cxnId="{2277A60B-B207-234D-96AE-63AFD4BF7678}">
      <dgm:prSet/>
      <dgm:spPr/>
      <dgm:t>
        <a:bodyPr/>
        <a:lstStyle/>
        <a:p>
          <a:endParaRPr lang="en-US"/>
        </a:p>
      </dgm:t>
    </dgm:pt>
    <dgm:pt modelId="{9D9AEA91-2BD8-2441-89A4-A24061C91EA9}" type="sibTrans" cxnId="{2277A60B-B207-234D-96AE-63AFD4BF7678}">
      <dgm:prSet/>
      <dgm:spPr/>
      <dgm:t>
        <a:bodyPr/>
        <a:lstStyle/>
        <a:p>
          <a:endParaRPr lang="en-US"/>
        </a:p>
      </dgm:t>
    </dgm:pt>
    <dgm:pt modelId="{B80B73EF-0CBE-2E48-9DA4-450B38E80596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Classify product categories</a:t>
          </a:r>
        </a:p>
        <a:p>
          <a:pPr>
            <a:lnSpc>
              <a:spcPct val="100000"/>
            </a:lnSpc>
          </a:pPr>
          <a:r>
            <a:rPr lang="en-US" dirty="0"/>
            <a:t>Extract brand names</a:t>
          </a:r>
        </a:p>
        <a:p>
          <a:pPr>
            <a:lnSpc>
              <a:spcPct val="100000"/>
            </a:lnSpc>
          </a:pPr>
          <a:r>
            <a:rPr lang="en-US" dirty="0"/>
            <a:t>Extract product names</a:t>
          </a:r>
        </a:p>
        <a:p>
          <a:pPr>
            <a:lnSpc>
              <a:spcPct val="100000"/>
            </a:lnSpc>
          </a:pPr>
          <a:r>
            <a:rPr lang="en-US" dirty="0"/>
            <a:t>Normalize pricing data</a:t>
          </a:r>
        </a:p>
      </dgm:t>
    </dgm:pt>
    <dgm:pt modelId="{C613AB58-D95D-9145-99CA-C750153ECEC3}" type="parTrans" cxnId="{5CC5E821-E5F4-254D-90BB-81AA21F2E567}">
      <dgm:prSet/>
      <dgm:spPr/>
      <dgm:t>
        <a:bodyPr/>
        <a:lstStyle/>
        <a:p>
          <a:endParaRPr lang="en-US"/>
        </a:p>
      </dgm:t>
    </dgm:pt>
    <dgm:pt modelId="{0487C587-17F0-8044-9857-9A2B382BA216}" type="sibTrans" cxnId="{5CC5E821-E5F4-254D-90BB-81AA21F2E567}">
      <dgm:prSet/>
      <dgm:spPr/>
      <dgm:t>
        <a:bodyPr/>
        <a:lstStyle/>
        <a:p>
          <a:endParaRPr lang="en-US"/>
        </a:p>
      </dgm:t>
    </dgm:pt>
    <dgm:pt modelId="{20038DB3-6350-C144-B6D1-8B1E002B9693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Playwright (Extract)</a:t>
          </a:r>
        </a:p>
      </dgm:t>
    </dgm:pt>
    <dgm:pt modelId="{2B293F79-F1CA-9644-B311-B057C609FEB0}" type="parTrans" cxnId="{10BD055F-1E3A-3949-AE1E-C7F3D83D2A4D}">
      <dgm:prSet/>
      <dgm:spPr/>
      <dgm:t>
        <a:bodyPr/>
        <a:lstStyle/>
        <a:p>
          <a:endParaRPr lang="en-US"/>
        </a:p>
      </dgm:t>
    </dgm:pt>
    <dgm:pt modelId="{054C62FD-B9A6-644D-A474-EE877520BE82}" type="sibTrans" cxnId="{10BD055F-1E3A-3949-AE1E-C7F3D83D2A4D}">
      <dgm:prSet/>
      <dgm:spPr/>
      <dgm:t>
        <a:bodyPr/>
        <a:lstStyle/>
        <a:p>
          <a:endParaRPr lang="en-US"/>
        </a:p>
      </dgm:t>
    </dgm:pt>
    <dgm:pt modelId="{A9D4A7F3-9F69-644D-80B7-C4FC907E08D0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Access review archive</a:t>
          </a:r>
        </a:p>
        <a:p>
          <a:pPr>
            <a:lnSpc>
              <a:spcPct val="100000"/>
            </a:lnSpc>
          </a:pPr>
          <a:r>
            <a:rPr lang="en-US" dirty="0"/>
            <a:t>Collect article URLs</a:t>
          </a:r>
        </a:p>
        <a:p>
          <a:pPr>
            <a:lnSpc>
              <a:spcPct val="100000"/>
            </a:lnSpc>
          </a:pPr>
          <a:r>
            <a:rPr lang="en-US" dirty="0"/>
            <a:t>Retrieve webpage content</a:t>
          </a:r>
        </a:p>
      </dgm:t>
    </dgm:pt>
    <dgm:pt modelId="{BD3E7922-1CAA-B34F-9B3D-2C8FEA3FFBD8}" type="parTrans" cxnId="{52108FF2-C4C0-E94C-8869-9C907E42AED3}">
      <dgm:prSet/>
      <dgm:spPr/>
      <dgm:t>
        <a:bodyPr/>
        <a:lstStyle/>
        <a:p>
          <a:endParaRPr lang="en-US"/>
        </a:p>
      </dgm:t>
    </dgm:pt>
    <dgm:pt modelId="{3BCC6450-CD0E-334C-A84E-B405490D424C}" type="sibTrans" cxnId="{52108FF2-C4C0-E94C-8869-9C907E42AED3}">
      <dgm:prSet/>
      <dgm:spPr/>
      <dgm:t>
        <a:bodyPr/>
        <a:lstStyle/>
        <a:p>
          <a:endParaRPr lang="en-US"/>
        </a:p>
      </dgm:t>
    </dgm:pt>
    <dgm:pt modelId="{0B0F4221-CE6E-C84A-9B90-B5302728C129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Structured Dataset (Load)</a:t>
          </a:r>
        </a:p>
      </dgm:t>
    </dgm:pt>
    <dgm:pt modelId="{F012A2FE-8320-DA4E-B98C-FB20C76B172D}" type="parTrans" cxnId="{D6B7D8D0-0679-2F41-A010-1984B60AE634}">
      <dgm:prSet/>
      <dgm:spPr/>
      <dgm:t>
        <a:bodyPr/>
        <a:lstStyle/>
        <a:p>
          <a:endParaRPr lang="en-US"/>
        </a:p>
      </dgm:t>
    </dgm:pt>
    <dgm:pt modelId="{16A3107A-C9AB-EB40-BCB6-C77B59E05810}" type="sibTrans" cxnId="{D6B7D8D0-0679-2F41-A010-1984B60AE634}">
      <dgm:prSet/>
      <dgm:spPr/>
      <dgm:t>
        <a:bodyPr/>
        <a:lstStyle/>
        <a:p>
          <a:endParaRPr lang="en-US"/>
        </a:p>
      </dgm:t>
    </dgm:pt>
    <dgm:pt modelId="{2739BEC6-C9EE-8241-B2AA-1D9662F397C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Load into Pandas </a:t>
          </a:r>
          <a:r>
            <a:rPr lang="en-US" dirty="0" err="1"/>
            <a:t>DataFrame</a:t>
          </a:r>
          <a:endParaRPr lang="en-US" dirty="0"/>
        </a:p>
        <a:p>
          <a:pPr>
            <a:lnSpc>
              <a:spcPct val="100000"/>
            </a:lnSpc>
          </a:pPr>
          <a:r>
            <a:rPr lang="en-US" dirty="0"/>
            <a:t>Integrate text, metadata, and product attributes </a:t>
          </a:r>
        </a:p>
      </dgm:t>
    </dgm:pt>
    <dgm:pt modelId="{FA3E36BC-A442-724F-B7A5-37947FF80D9E}" type="parTrans" cxnId="{0D3162B2-37EC-744E-A700-7574AC93CC26}">
      <dgm:prSet/>
      <dgm:spPr/>
      <dgm:t>
        <a:bodyPr/>
        <a:lstStyle/>
        <a:p>
          <a:endParaRPr lang="en-US"/>
        </a:p>
      </dgm:t>
    </dgm:pt>
    <dgm:pt modelId="{DB22786A-06F8-2C4A-AFE5-B5550969E058}" type="sibTrans" cxnId="{0D3162B2-37EC-744E-A700-7574AC93CC26}">
      <dgm:prSet/>
      <dgm:spPr/>
      <dgm:t>
        <a:bodyPr/>
        <a:lstStyle/>
        <a:p>
          <a:endParaRPr lang="en-US"/>
        </a:p>
      </dgm:t>
    </dgm:pt>
    <dgm:pt modelId="{5DAF9B1F-1FE6-504A-88BF-83E45FEF515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Export to CSV</a:t>
          </a:r>
        </a:p>
        <a:p>
          <a:pPr>
            <a:lnSpc>
              <a:spcPct val="100000"/>
            </a:lnSpc>
          </a:pPr>
          <a:r>
            <a:rPr lang="en-US" dirty="0"/>
            <a:t>Create analysis-ready dataset</a:t>
          </a:r>
        </a:p>
      </dgm:t>
    </dgm:pt>
    <dgm:pt modelId="{DBF87E7E-9579-A247-A349-63F2326F92FF}" type="parTrans" cxnId="{38EC896C-FC98-CD4D-B311-DA06D15C1389}">
      <dgm:prSet/>
      <dgm:spPr/>
      <dgm:t>
        <a:bodyPr/>
        <a:lstStyle/>
        <a:p>
          <a:endParaRPr lang="en-US"/>
        </a:p>
      </dgm:t>
    </dgm:pt>
    <dgm:pt modelId="{98E3A6F3-6424-3E40-A7B7-6423DB2025D2}" type="sibTrans" cxnId="{38EC896C-FC98-CD4D-B311-DA06D15C1389}">
      <dgm:prSet/>
      <dgm:spPr/>
      <dgm:t>
        <a:bodyPr/>
        <a:lstStyle/>
        <a:p>
          <a:endParaRPr lang="en-US"/>
        </a:p>
      </dgm:t>
    </dgm:pt>
    <dgm:pt modelId="{082DA41A-6003-415E-B5CD-E844C43BD043}" type="pres">
      <dgm:prSet presAssocID="{9ED1018C-473D-9846-B228-DF0E1E261930}" presName="root" presStyleCnt="0">
        <dgm:presLayoutVars>
          <dgm:dir/>
          <dgm:resizeHandles val="exact"/>
        </dgm:presLayoutVars>
      </dgm:prSet>
      <dgm:spPr/>
    </dgm:pt>
    <dgm:pt modelId="{912C5AD3-5B25-4AA2-A819-6DC48C3107B8}" type="pres">
      <dgm:prSet presAssocID="{20038DB3-6350-C144-B6D1-8B1E002B9693}" presName="compNode" presStyleCnt="0"/>
      <dgm:spPr/>
    </dgm:pt>
    <dgm:pt modelId="{C29D38D6-9855-4A20-8743-13104ADDECAB}" type="pres">
      <dgm:prSet presAssocID="{20038DB3-6350-C144-B6D1-8B1E002B9693}" presName="bgRect" presStyleLbl="bgShp" presStyleIdx="0" presStyleCnt="4"/>
      <dgm:spPr/>
    </dgm:pt>
    <dgm:pt modelId="{6F7F6FA6-E833-4956-8CC1-19DAFE91A87F}" type="pres">
      <dgm:prSet presAssocID="{20038DB3-6350-C144-B6D1-8B1E002B9693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B1211973-1831-4BC2-9B49-DDCC95F786D6}" type="pres">
      <dgm:prSet presAssocID="{20038DB3-6350-C144-B6D1-8B1E002B9693}" presName="spaceRect" presStyleCnt="0"/>
      <dgm:spPr/>
    </dgm:pt>
    <dgm:pt modelId="{4D4EBB4E-6A3E-4A9B-859E-4CF24D155066}" type="pres">
      <dgm:prSet presAssocID="{20038DB3-6350-C144-B6D1-8B1E002B9693}" presName="parTx" presStyleLbl="revTx" presStyleIdx="0" presStyleCnt="8">
        <dgm:presLayoutVars>
          <dgm:chMax val="0"/>
          <dgm:chPref val="0"/>
        </dgm:presLayoutVars>
      </dgm:prSet>
      <dgm:spPr/>
    </dgm:pt>
    <dgm:pt modelId="{12D8D50D-53E5-481D-970E-59F2EC2C56E5}" type="pres">
      <dgm:prSet presAssocID="{20038DB3-6350-C144-B6D1-8B1E002B9693}" presName="desTx" presStyleLbl="revTx" presStyleIdx="1" presStyleCnt="8">
        <dgm:presLayoutVars/>
      </dgm:prSet>
      <dgm:spPr/>
    </dgm:pt>
    <dgm:pt modelId="{6597C227-1CC6-4499-B274-EAAEA7EEFDBC}" type="pres">
      <dgm:prSet presAssocID="{054C62FD-B9A6-644D-A474-EE877520BE82}" presName="sibTrans" presStyleCnt="0"/>
      <dgm:spPr/>
    </dgm:pt>
    <dgm:pt modelId="{E15DB817-4DB4-4CF8-8978-B4DAA655A57E}" type="pres">
      <dgm:prSet presAssocID="{763A5C7B-572B-3146-8EB1-DA935A597A7E}" presName="compNode" presStyleCnt="0"/>
      <dgm:spPr/>
    </dgm:pt>
    <dgm:pt modelId="{965BBEFA-F975-4CAB-A48F-F879E29F314F}" type="pres">
      <dgm:prSet presAssocID="{763A5C7B-572B-3146-8EB1-DA935A597A7E}" presName="bgRect" presStyleLbl="bgShp" presStyleIdx="1" presStyleCnt="4"/>
      <dgm:spPr/>
    </dgm:pt>
    <dgm:pt modelId="{5E0946B9-1E38-4B4E-9938-CBB8330DFD6B}" type="pres">
      <dgm:prSet presAssocID="{763A5C7B-572B-3146-8EB1-DA935A597A7E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85EA9847-7E2B-4A6F-9B0E-7C3498AA845F}" type="pres">
      <dgm:prSet presAssocID="{763A5C7B-572B-3146-8EB1-DA935A597A7E}" presName="spaceRect" presStyleCnt="0"/>
      <dgm:spPr/>
    </dgm:pt>
    <dgm:pt modelId="{325DBE8D-ABEF-4D8B-B1A2-0FB84304824C}" type="pres">
      <dgm:prSet presAssocID="{763A5C7B-572B-3146-8EB1-DA935A597A7E}" presName="parTx" presStyleLbl="revTx" presStyleIdx="2" presStyleCnt="8">
        <dgm:presLayoutVars>
          <dgm:chMax val="0"/>
          <dgm:chPref val="0"/>
        </dgm:presLayoutVars>
      </dgm:prSet>
      <dgm:spPr/>
    </dgm:pt>
    <dgm:pt modelId="{7F6CCADF-9251-405C-9D1A-BA4CFFBD7152}" type="pres">
      <dgm:prSet presAssocID="{763A5C7B-572B-3146-8EB1-DA935A597A7E}" presName="desTx" presStyleLbl="revTx" presStyleIdx="3" presStyleCnt="8">
        <dgm:presLayoutVars/>
      </dgm:prSet>
      <dgm:spPr/>
    </dgm:pt>
    <dgm:pt modelId="{06C33417-5F11-4918-BA79-F49F78406358}" type="pres">
      <dgm:prSet presAssocID="{8BEBAEA7-D76B-4B43-B5D0-4A4AF9C665B6}" presName="sibTrans" presStyleCnt="0"/>
      <dgm:spPr/>
    </dgm:pt>
    <dgm:pt modelId="{3C26D33B-693C-4A2D-B1AB-CEF802D94E1F}" type="pres">
      <dgm:prSet presAssocID="{7BE63A64-2C7F-4D4B-A5EF-831A17F37824}" presName="compNode" presStyleCnt="0"/>
      <dgm:spPr/>
    </dgm:pt>
    <dgm:pt modelId="{03E3618E-914B-45A2-A315-F8E8C74C7BCB}" type="pres">
      <dgm:prSet presAssocID="{7BE63A64-2C7F-4D4B-A5EF-831A17F37824}" presName="bgRect" presStyleLbl="bgShp" presStyleIdx="2" presStyleCnt="4"/>
      <dgm:spPr/>
    </dgm:pt>
    <dgm:pt modelId="{59399D25-D99D-414F-A6ED-D070F84A155A}" type="pres">
      <dgm:prSet presAssocID="{7BE63A64-2C7F-4D4B-A5EF-831A17F37824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ypewriter"/>
        </a:ext>
      </dgm:extLst>
    </dgm:pt>
    <dgm:pt modelId="{E2165254-1AD3-4C81-8DF2-B3F8DA8A2354}" type="pres">
      <dgm:prSet presAssocID="{7BE63A64-2C7F-4D4B-A5EF-831A17F37824}" presName="spaceRect" presStyleCnt="0"/>
      <dgm:spPr/>
    </dgm:pt>
    <dgm:pt modelId="{022D2F4B-AB4F-4C82-95AB-20C0E6C1D2A6}" type="pres">
      <dgm:prSet presAssocID="{7BE63A64-2C7F-4D4B-A5EF-831A17F37824}" presName="parTx" presStyleLbl="revTx" presStyleIdx="4" presStyleCnt="8">
        <dgm:presLayoutVars>
          <dgm:chMax val="0"/>
          <dgm:chPref val="0"/>
        </dgm:presLayoutVars>
      </dgm:prSet>
      <dgm:spPr/>
    </dgm:pt>
    <dgm:pt modelId="{A7BEBFFD-6110-4319-95A8-C29731CE30DA}" type="pres">
      <dgm:prSet presAssocID="{7BE63A64-2C7F-4D4B-A5EF-831A17F37824}" presName="desTx" presStyleLbl="revTx" presStyleIdx="5" presStyleCnt="8">
        <dgm:presLayoutVars/>
      </dgm:prSet>
      <dgm:spPr/>
    </dgm:pt>
    <dgm:pt modelId="{EBFBE1E7-BC81-4448-8079-BD5EA382E593}" type="pres">
      <dgm:prSet presAssocID="{9D9AEA91-2BD8-2441-89A4-A24061C91EA9}" presName="sibTrans" presStyleCnt="0"/>
      <dgm:spPr/>
    </dgm:pt>
    <dgm:pt modelId="{946955B3-22DB-4CA1-82DC-D6BF3F8A73DC}" type="pres">
      <dgm:prSet presAssocID="{0B0F4221-CE6E-C84A-9B90-B5302728C129}" presName="compNode" presStyleCnt="0"/>
      <dgm:spPr/>
    </dgm:pt>
    <dgm:pt modelId="{B1F0767B-ECDF-4404-92C6-8069B813C740}" type="pres">
      <dgm:prSet presAssocID="{0B0F4221-CE6E-C84A-9B90-B5302728C129}" presName="bgRect" presStyleLbl="bgShp" presStyleIdx="3" presStyleCnt="4"/>
      <dgm:spPr/>
    </dgm:pt>
    <dgm:pt modelId="{6F069693-D0C0-48C5-83D8-6599B267481F}" type="pres">
      <dgm:prSet presAssocID="{0B0F4221-CE6E-C84A-9B90-B5302728C129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anda"/>
        </a:ext>
      </dgm:extLst>
    </dgm:pt>
    <dgm:pt modelId="{6CF06DCA-F4A3-4159-B335-730C9953373E}" type="pres">
      <dgm:prSet presAssocID="{0B0F4221-CE6E-C84A-9B90-B5302728C129}" presName="spaceRect" presStyleCnt="0"/>
      <dgm:spPr/>
    </dgm:pt>
    <dgm:pt modelId="{2A838BF0-326B-4D16-AD4C-9C8914DD1CBB}" type="pres">
      <dgm:prSet presAssocID="{0B0F4221-CE6E-C84A-9B90-B5302728C129}" presName="parTx" presStyleLbl="revTx" presStyleIdx="6" presStyleCnt="8">
        <dgm:presLayoutVars>
          <dgm:chMax val="0"/>
          <dgm:chPref val="0"/>
        </dgm:presLayoutVars>
      </dgm:prSet>
      <dgm:spPr/>
    </dgm:pt>
    <dgm:pt modelId="{BEE86EB7-809A-497B-B659-F0B1675D5382}" type="pres">
      <dgm:prSet presAssocID="{0B0F4221-CE6E-C84A-9B90-B5302728C129}" presName="desTx" presStyleLbl="revTx" presStyleIdx="7" presStyleCnt="8">
        <dgm:presLayoutVars/>
      </dgm:prSet>
      <dgm:spPr/>
    </dgm:pt>
  </dgm:ptLst>
  <dgm:cxnLst>
    <dgm:cxn modelId="{9C109D0A-77B5-6846-A052-2519D589D8E3}" type="presOf" srcId="{5DAF9B1F-1FE6-504A-88BF-83E45FEF5150}" destId="{BEE86EB7-809A-497B-B659-F0B1675D5382}" srcOrd="0" destOrd="1" presId="urn:microsoft.com/office/officeart/2018/2/layout/IconVerticalSolidList"/>
    <dgm:cxn modelId="{2277A60B-B207-234D-96AE-63AFD4BF7678}" srcId="{9ED1018C-473D-9846-B228-DF0E1E261930}" destId="{7BE63A64-2C7F-4D4B-A5EF-831A17F37824}" srcOrd="2" destOrd="0" parTransId="{6806C188-40BC-024B-BA72-BA20C97E1A13}" sibTransId="{9D9AEA91-2BD8-2441-89A4-A24061C91EA9}"/>
    <dgm:cxn modelId="{D0B4DD1C-384B-204B-9F4C-7247C771E4A5}" srcId="{763A5C7B-572B-3146-8EB1-DA935A597A7E}" destId="{7C58F469-8D80-D247-9F63-4F030A603584}" srcOrd="0" destOrd="0" parTransId="{2013110C-25BC-834B-A558-7AA9D300D039}" sibTransId="{75192FB4-EC03-7B4C-832A-B2FCAEFDCBBE}"/>
    <dgm:cxn modelId="{5CC5E821-E5F4-254D-90BB-81AA21F2E567}" srcId="{7BE63A64-2C7F-4D4B-A5EF-831A17F37824}" destId="{B80B73EF-0CBE-2E48-9DA4-450B38E80596}" srcOrd="0" destOrd="0" parTransId="{C613AB58-D95D-9145-99CA-C750153ECEC3}" sibTransId="{0487C587-17F0-8044-9857-9A2B382BA216}"/>
    <dgm:cxn modelId="{09E58825-6CEB-C04A-B2BE-0B3BEDE9070A}" type="presOf" srcId="{7BE63A64-2C7F-4D4B-A5EF-831A17F37824}" destId="{022D2F4B-AB4F-4C82-95AB-20C0E6C1D2A6}" srcOrd="0" destOrd="0" presId="urn:microsoft.com/office/officeart/2018/2/layout/IconVerticalSolidList"/>
    <dgm:cxn modelId="{10BD055F-1E3A-3949-AE1E-C7F3D83D2A4D}" srcId="{9ED1018C-473D-9846-B228-DF0E1E261930}" destId="{20038DB3-6350-C144-B6D1-8B1E002B9693}" srcOrd="0" destOrd="0" parTransId="{2B293F79-F1CA-9644-B311-B057C609FEB0}" sibTransId="{054C62FD-B9A6-644D-A474-EE877520BE82}"/>
    <dgm:cxn modelId="{196A1564-6B76-384D-A374-2FC897FA3714}" type="presOf" srcId="{7C58F469-8D80-D247-9F63-4F030A603584}" destId="{7F6CCADF-9251-405C-9D1A-BA4CFFBD7152}" srcOrd="0" destOrd="0" presId="urn:microsoft.com/office/officeart/2018/2/layout/IconVerticalSolidList"/>
    <dgm:cxn modelId="{38EC896C-FC98-CD4D-B311-DA06D15C1389}" srcId="{0B0F4221-CE6E-C84A-9B90-B5302728C129}" destId="{5DAF9B1F-1FE6-504A-88BF-83E45FEF5150}" srcOrd="1" destOrd="0" parTransId="{DBF87E7E-9579-A247-A349-63F2326F92FF}" sibTransId="{98E3A6F3-6424-3E40-A7B7-6423DB2025D2}"/>
    <dgm:cxn modelId="{0B31EFA2-4AD8-694B-993F-A650F3F69EC8}" type="presOf" srcId="{0B0F4221-CE6E-C84A-9B90-B5302728C129}" destId="{2A838BF0-326B-4D16-AD4C-9C8914DD1CBB}" srcOrd="0" destOrd="0" presId="urn:microsoft.com/office/officeart/2018/2/layout/IconVerticalSolidList"/>
    <dgm:cxn modelId="{CCCEA7AC-0CC6-214F-AA36-63B6F995599A}" type="presOf" srcId="{20038DB3-6350-C144-B6D1-8B1E002B9693}" destId="{4D4EBB4E-6A3E-4A9B-859E-4CF24D155066}" srcOrd="0" destOrd="0" presId="urn:microsoft.com/office/officeart/2018/2/layout/IconVerticalSolidList"/>
    <dgm:cxn modelId="{0D3162B2-37EC-744E-A700-7574AC93CC26}" srcId="{0B0F4221-CE6E-C84A-9B90-B5302728C129}" destId="{2739BEC6-C9EE-8241-B2AA-1D9662F397CB}" srcOrd="0" destOrd="0" parTransId="{FA3E36BC-A442-724F-B7A5-37947FF80D9E}" sibTransId="{DB22786A-06F8-2C4A-AFE5-B5550969E058}"/>
    <dgm:cxn modelId="{7437C6C3-CDFB-0343-8DA3-708131ED8EE5}" type="presOf" srcId="{9ED1018C-473D-9846-B228-DF0E1E261930}" destId="{082DA41A-6003-415E-B5CD-E844C43BD043}" srcOrd="0" destOrd="0" presId="urn:microsoft.com/office/officeart/2018/2/layout/IconVerticalSolidList"/>
    <dgm:cxn modelId="{3C79F9CC-C2BC-9949-9134-6F7DE1097038}" type="presOf" srcId="{A9D4A7F3-9F69-644D-80B7-C4FC907E08D0}" destId="{12D8D50D-53E5-481D-970E-59F2EC2C56E5}" srcOrd="0" destOrd="0" presId="urn:microsoft.com/office/officeart/2018/2/layout/IconVerticalSolidList"/>
    <dgm:cxn modelId="{4CE693D0-B2DF-FD4F-AB07-1BEE38BF2D1B}" srcId="{9ED1018C-473D-9846-B228-DF0E1E261930}" destId="{763A5C7B-572B-3146-8EB1-DA935A597A7E}" srcOrd="1" destOrd="0" parTransId="{A3BADC21-A3AF-AC40-8CC4-F7D7DCD57AD6}" sibTransId="{8BEBAEA7-D76B-4B43-B5D0-4A4AF9C665B6}"/>
    <dgm:cxn modelId="{D6B7D8D0-0679-2F41-A010-1984B60AE634}" srcId="{9ED1018C-473D-9846-B228-DF0E1E261930}" destId="{0B0F4221-CE6E-C84A-9B90-B5302728C129}" srcOrd="3" destOrd="0" parTransId="{F012A2FE-8320-DA4E-B98C-FB20C76B172D}" sibTransId="{16A3107A-C9AB-EB40-BCB6-C77B59E05810}"/>
    <dgm:cxn modelId="{17E70DD1-DEB7-FD48-BB92-2659C0C3C4B3}" type="presOf" srcId="{2739BEC6-C9EE-8241-B2AA-1D9662F397CB}" destId="{BEE86EB7-809A-497B-B659-F0B1675D5382}" srcOrd="0" destOrd="0" presId="urn:microsoft.com/office/officeart/2018/2/layout/IconVerticalSolidList"/>
    <dgm:cxn modelId="{310CFFD7-0B4F-294B-BF53-6EFA61D16303}" type="presOf" srcId="{763A5C7B-572B-3146-8EB1-DA935A597A7E}" destId="{325DBE8D-ABEF-4D8B-B1A2-0FB84304824C}" srcOrd="0" destOrd="0" presId="urn:microsoft.com/office/officeart/2018/2/layout/IconVerticalSolidList"/>
    <dgm:cxn modelId="{FB98A7D8-4644-584D-8159-AFA4774CACC9}" type="presOf" srcId="{B80B73EF-0CBE-2E48-9DA4-450B38E80596}" destId="{A7BEBFFD-6110-4319-95A8-C29731CE30DA}" srcOrd="0" destOrd="0" presId="urn:microsoft.com/office/officeart/2018/2/layout/IconVerticalSolidList"/>
    <dgm:cxn modelId="{52108FF2-C4C0-E94C-8869-9C907E42AED3}" srcId="{20038DB3-6350-C144-B6D1-8B1E002B9693}" destId="{A9D4A7F3-9F69-644D-80B7-C4FC907E08D0}" srcOrd="0" destOrd="0" parTransId="{BD3E7922-1CAA-B34F-9B3D-2C8FEA3FFBD8}" sibTransId="{3BCC6450-CD0E-334C-A84E-B405490D424C}"/>
    <dgm:cxn modelId="{441E4793-B344-164F-A3DF-7DE1EDBEE174}" type="presParOf" srcId="{082DA41A-6003-415E-B5CD-E844C43BD043}" destId="{912C5AD3-5B25-4AA2-A819-6DC48C3107B8}" srcOrd="0" destOrd="0" presId="urn:microsoft.com/office/officeart/2018/2/layout/IconVerticalSolidList"/>
    <dgm:cxn modelId="{01ED8B3A-3621-2849-BC90-82D558BDF56B}" type="presParOf" srcId="{912C5AD3-5B25-4AA2-A819-6DC48C3107B8}" destId="{C29D38D6-9855-4A20-8743-13104ADDECAB}" srcOrd="0" destOrd="0" presId="urn:microsoft.com/office/officeart/2018/2/layout/IconVerticalSolidList"/>
    <dgm:cxn modelId="{C3DA17A9-694E-D34E-A96F-FAA7F6F6CFD8}" type="presParOf" srcId="{912C5AD3-5B25-4AA2-A819-6DC48C3107B8}" destId="{6F7F6FA6-E833-4956-8CC1-19DAFE91A87F}" srcOrd="1" destOrd="0" presId="urn:microsoft.com/office/officeart/2018/2/layout/IconVerticalSolidList"/>
    <dgm:cxn modelId="{85F82DC3-40AB-5941-B11B-A8295A7DD106}" type="presParOf" srcId="{912C5AD3-5B25-4AA2-A819-6DC48C3107B8}" destId="{B1211973-1831-4BC2-9B49-DDCC95F786D6}" srcOrd="2" destOrd="0" presId="urn:microsoft.com/office/officeart/2018/2/layout/IconVerticalSolidList"/>
    <dgm:cxn modelId="{DEB1786F-CD26-894B-9235-A78C4AAE6B31}" type="presParOf" srcId="{912C5AD3-5B25-4AA2-A819-6DC48C3107B8}" destId="{4D4EBB4E-6A3E-4A9B-859E-4CF24D155066}" srcOrd="3" destOrd="0" presId="urn:microsoft.com/office/officeart/2018/2/layout/IconVerticalSolidList"/>
    <dgm:cxn modelId="{AAC312AD-271B-B747-A61E-6AF38778C5DB}" type="presParOf" srcId="{912C5AD3-5B25-4AA2-A819-6DC48C3107B8}" destId="{12D8D50D-53E5-481D-970E-59F2EC2C56E5}" srcOrd="4" destOrd="0" presId="urn:microsoft.com/office/officeart/2018/2/layout/IconVerticalSolidList"/>
    <dgm:cxn modelId="{DA348AA7-033C-FE44-99E4-7CF0302C533C}" type="presParOf" srcId="{082DA41A-6003-415E-B5CD-E844C43BD043}" destId="{6597C227-1CC6-4499-B274-EAAEA7EEFDBC}" srcOrd="1" destOrd="0" presId="urn:microsoft.com/office/officeart/2018/2/layout/IconVerticalSolidList"/>
    <dgm:cxn modelId="{4C488AA7-1165-3E4F-A20D-57D8DEB482AF}" type="presParOf" srcId="{082DA41A-6003-415E-B5CD-E844C43BD043}" destId="{E15DB817-4DB4-4CF8-8978-B4DAA655A57E}" srcOrd="2" destOrd="0" presId="urn:microsoft.com/office/officeart/2018/2/layout/IconVerticalSolidList"/>
    <dgm:cxn modelId="{5943DBF9-5886-8B42-BCE9-F248C3A882A3}" type="presParOf" srcId="{E15DB817-4DB4-4CF8-8978-B4DAA655A57E}" destId="{965BBEFA-F975-4CAB-A48F-F879E29F314F}" srcOrd="0" destOrd="0" presId="urn:microsoft.com/office/officeart/2018/2/layout/IconVerticalSolidList"/>
    <dgm:cxn modelId="{974C9AE2-1797-914E-8D3C-005CEF6E4285}" type="presParOf" srcId="{E15DB817-4DB4-4CF8-8978-B4DAA655A57E}" destId="{5E0946B9-1E38-4B4E-9938-CBB8330DFD6B}" srcOrd="1" destOrd="0" presId="urn:microsoft.com/office/officeart/2018/2/layout/IconVerticalSolidList"/>
    <dgm:cxn modelId="{9A8F9F31-8504-CE46-A8BE-191107E73EE9}" type="presParOf" srcId="{E15DB817-4DB4-4CF8-8978-B4DAA655A57E}" destId="{85EA9847-7E2B-4A6F-9B0E-7C3498AA845F}" srcOrd="2" destOrd="0" presId="urn:microsoft.com/office/officeart/2018/2/layout/IconVerticalSolidList"/>
    <dgm:cxn modelId="{835784E6-43F8-8847-B5B5-79DDC62B8C11}" type="presParOf" srcId="{E15DB817-4DB4-4CF8-8978-B4DAA655A57E}" destId="{325DBE8D-ABEF-4D8B-B1A2-0FB84304824C}" srcOrd="3" destOrd="0" presId="urn:microsoft.com/office/officeart/2018/2/layout/IconVerticalSolidList"/>
    <dgm:cxn modelId="{F60E039F-B4F5-9A43-A6BD-7C5CAD5A4F6F}" type="presParOf" srcId="{E15DB817-4DB4-4CF8-8978-B4DAA655A57E}" destId="{7F6CCADF-9251-405C-9D1A-BA4CFFBD7152}" srcOrd="4" destOrd="0" presId="urn:microsoft.com/office/officeart/2018/2/layout/IconVerticalSolidList"/>
    <dgm:cxn modelId="{BC938949-899C-434F-82FE-3211461E7303}" type="presParOf" srcId="{082DA41A-6003-415E-B5CD-E844C43BD043}" destId="{06C33417-5F11-4918-BA79-F49F78406358}" srcOrd="3" destOrd="0" presId="urn:microsoft.com/office/officeart/2018/2/layout/IconVerticalSolidList"/>
    <dgm:cxn modelId="{5148C4A4-25F2-064C-B6C3-FBFA411A755F}" type="presParOf" srcId="{082DA41A-6003-415E-B5CD-E844C43BD043}" destId="{3C26D33B-693C-4A2D-B1AB-CEF802D94E1F}" srcOrd="4" destOrd="0" presId="urn:microsoft.com/office/officeart/2018/2/layout/IconVerticalSolidList"/>
    <dgm:cxn modelId="{C524D54B-7389-0D4E-B8DB-E43A17C311E0}" type="presParOf" srcId="{3C26D33B-693C-4A2D-B1AB-CEF802D94E1F}" destId="{03E3618E-914B-45A2-A315-F8E8C74C7BCB}" srcOrd="0" destOrd="0" presId="urn:microsoft.com/office/officeart/2018/2/layout/IconVerticalSolidList"/>
    <dgm:cxn modelId="{22AEE364-4C8B-8C4E-96AA-8C1F9A5225FF}" type="presParOf" srcId="{3C26D33B-693C-4A2D-B1AB-CEF802D94E1F}" destId="{59399D25-D99D-414F-A6ED-D070F84A155A}" srcOrd="1" destOrd="0" presId="urn:microsoft.com/office/officeart/2018/2/layout/IconVerticalSolidList"/>
    <dgm:cxn modelId="{A195AC36-6CAD-EF4A-9622-768B76481886}" type="presParOf" srcId="{3C26D33B-693C-4A2D-B1AB-CEF802D94E1F}" destId="{E2165254-1AD3-4C81-8DF2-B3F8DA8A2354}" srcOrd="2" destOrd="0" presId="urn:microsoft.com/office/officeart/2018/2/layout/IconVerticalSolidList"/>
    <dgm:cxn modelId="{3B38CB0C-C115-994E-A5ED-D86D115BBCDC}" type="presParOf" srcId="{3C26D33B-693C-4A2D-B1AB-CEF802D94E1F}" destId="{022D2F4B-AB4F-4C82-95AB-20C0E6C1D2A6}" srcOrd="3" destOrd="0" presId="urn:microsoft.com/office/officeart/2018/2/layout/IconVerticalSolidList"/>
    <dgm:cxn modelId="{7534858C-DD95-0243-9EA9-4B263FCD258F}" type="presParOf" srcId="{3C26D33B-693C-4A2D-B1AB-CEF802D94E1F}" destId="{A7BEBFFD-6110-4319-95A8-C29731CE30DA}" srcOrd="4" destOrd="0" presId="urn:microsoft.com/office/officeart/2018/2/layout/IconVerticalSolidList"/>
    <dgm:cxn modelId="{239F5849-B52B-9B4D-A04C-49E51260CE5B}" type="presParOf" srcId="{082DA41A-6003-415E-B5CD-E844C43BD043}" destId="{EBFBE1E7-BC81-4448-8079-BD5EA382E593}" srcOrd="5" destOrd="0" presId="urn:microsoft.com/office/officeart/2018/2/layout/IconVerticalSolidList"/>
    <dgm:cxn modelId="{EEFD3CC8-AFC5-424A-985C-1F5270B8F4F1}" type="presParOf" srcId="{082DA41A-6003-415E-B5CD-E844C43BD043}" destId="{946955B3-22DB-4CA1-82DC-D6BF3F8A73DC}" srcOrd="6" destOrd="0" presId="urn:microsoft.com/office/officeart/2018/2/layout/IconVerticalSolidList"/>
    <dgm:cxn modelId="{F4C5FB02-5964-9A44-9E2F-5284757E768C}" type="presParOf" srcId="{946955B3-22DB-4CA1-82DC-D6BF3F8A73DC}" destId="{B1F0767B-ECDF-4404-92C6-8069B813C740}" srcOrd="0" destOrd="0" presId="urn:microsoft.com/office/officeart/2018/2/layout/IconVerticalSolidList"/>
    <dgm:cxn modelId="{E94D4450-3DA2-614A-9B49-D75817C65B30}" type="presParOf" srcId="{946955B3-22DB-4CA1-82DC-D6BF3F8A73DC}" destId="{6F069693-D0C0-48C5-83D8-6599B267481F}" srcOrd="1" destOrd="0" presId="urn:microsoft.com/office/officeart/2018/2/layout/IconVerticalSolidList"/>
    <dgm:cxn modelId="{5F21126B-DB4A-2F46-8C42-473D54A5B72E}" type="presParOf" srcId="{946955B3-22DB-4CA1-82DC-D6BF3F8A73DC}" destId="{6CF06DCA-F4A3-4159-B335-730C9953373E}" srcOrd="2" destOrd="0" presId="urn:microsoft.com/office/officeart/2018/2/layout/IconVerticalSolidList"/>
    <dgm:cxn modelId="{A0D7664D-47BA-504A-887D-B51A39E32A10}" type="presParOf" srcId="{946955B3-22DB-4CA1-82DC-D6BF3F8A73DC}" destId="{2A838BF0-326B-4D16-AD4C-9C8914DD1CBB}" srcOrd="3" destOrd="0" presId="urn:microsoft.com/office/officeart/2018/2/layout/IconVerticalSolidList"/>
    <dgm:cxn modelId="{5470C7DA-A6AE-E146-9741-45F90CFEED57}" type="presParOf" srcId="{946955B3-22DB-4CA1-82DC-D6BF3F8A73DC}" destId="{BEE86EB7-809A-497B-B659-F0B1675D5382}" srcOrd="4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0D16E4A-CA02-4B45-972E-F1DB09A85AD2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FE44642B-1DB4-4A4A-A211-18A37285F1E7}">
      <dgm:prSet phldrT="[Text]"/>
      <dgm:spPr/>
      <dgm:t>
        <a:bodyPr/>
        <a:lstStyle/>
        <a:p>
          <a:r>
            <a:rPr lang="en-US" dirty="0"/>
            <a:t>Dataset</a:t>
          </a:r>
        </a:p>
      </dgm:t>
    </dgm:pt>
    <dgm:pt modelId="{7784F1DB-D831-044D-BC23-CC15C087D56F}" type="parTrans" cxnId="{8F25610D-7AFA-C24F-90CE-D5CF187F406B}">
      <dgm:prSet/>
      <dgm:spPr/>
      <dgm:t>
        <a:bodyPr/>
        <a:lstStyle/>
        <a:p>
          <a:endParaRPr lang="en-US"/>
        </a:p>
      </dgm:t>
    </dgm:pt>
    <dgm:pt modelId="{E9142BDA-4F60-5041-AA81-D8CF7091972D}" type="sibTrans" cxnId="{8F25610D-7AFA-C24F-90CE-D5CF187F406B}">
      <dgm:prSet/>
      <dgm:spPr/>
      <dgm:t>
        <a:bodyPr/>
        <a:lstStyle/>
        <a:p>
          <a:endParaRPr lang="en-US"/>
        </a:p>
      </dgm:t>
    </dgm:pt>
    <dgm:pt modelId="{2E491EE6-38CC-F247-B49C-B5C6A6565528}">
      <dgm:prSet phldrT="[Text]"/>
      <dgm:spPr/>
      <dgm:t>
        <a:bodyPr/>
        <a:lstStyle/>
        <a:p>
          <a:r>
            <a:rPr lang="en-US" dirty="0"/>
            <a:t>Sentiment Labeling</a:t>
          </a:r>
        </a:p>
      </dgm:t>
    </dgm:pt>
    <dgm:pt modelId="{DD77C723-57F9-CC49-AE56-5D26311A3F93}" type="parTrans" cxnId="{3A99EF07-4629-9743-92E0-969F7D7CD6BC}">
      <dgm:prSet/>
      <dgm:spPr/>
      <dgm:t>
        <a:bodyPr/>
        <a:lstStyle/>
        <a:p>
          <a:endParaRPr lang="en-US"/>
        </a:p>
      </dgm:t>
    </dgm:pt>
    <dgm:pt modelId="{B1D9F0AD-71C7-5F45-A3C6-D912B3FFB419}" type="sibTrans" cxnId="{3A99EF07-4629-9743-92E0-969F7D7CD6BC}">
      <dgm:prSet/>
      <dgm:spPr/>
      <dgm:t>
        <a:bodyPr/>
        <a:lstStyle/>
        <a:p>
          <a:endParaRPr lang="en-US"/>
        </a:p>
      </dgm:t>
    </dgm:pt>
    <dgm:pt modelId="{2F397699-A094-ED43-84B5-BE2AE769041E}">
      <dgm:prSet phldrT="[Text]"/>
      <dgm:spPr/>
      <dgm:t>
        <a:bodyPr/>
        <a:lstStyle/>
        <a:p>
          <a:r>
            <a:rPr lang="en-US" dirty="0"/>
            <a:t>Data Splitting</a:t>
          </a:r>
        </a:p>
      </dgm:t>
    </dgm:pt>
    <dgm:pt modelId="{E186CA6F-688D-CC4A-B450-C97FABF6D126}" type="parTrans" cxnId="{57405954-D7A6-DC44-9408-638891505612}">
      <dgm:prSet/>
      <dgm:spPr/>
      <dgm:t>
        <a:bodyPr/>
        <a:lstStyle/>
        <a:p>
          <a:endParaRPr lang="en-US"/>
        </a:p>
      </dgm:t>
    </dgm:pt>
    <dgm:pt modelId="{59242042-9EB3-4A48-A75A-31C5492387CC}" type="sibTrans" cxnId="{57405954-D7A6-DC44-9408-638891505612}">
      <dgm:prSet/>
      <dgm:spPr/>
      <dgm:t>
        <a:bodyPr/>
        <a:lstStyle/>
        <a:p>
          <a:endParaRPr lang="en-US"/>
        </a:p>
      </dgm:t>
    </dgm:pt>
    <dgm:pt modelId="{F22BEE61-CA38-A448-8BCE-8245B9250B7F}">
      <dgm:prSet phldrT="[Text]"/>
      <dgm:spPr/>
      <dgm:t>
        <a:bodyPr/>
        <a:lstStyle/>
        <a:p>
          <a:r>
            <a:rPr lang="en-US" dirty="0"/>
            <a:t>Training Set (70%)</a:t>
          </a:r>
        </a:p>
      </dgm:t>
    </dgm:pt>
    <dgm:pt modelId="{9657FAB8-47AD-6F4C-A198-8E3C208A4D73}" type="parTrans" cxnId="{89603EBB-A6B7-A247-8284-41FB357C9E2E}">
      <dgm:prSet/>
      <dgm:spPr/>
      <dgm:t>
        <a:bodyPr/>
        <a:lstStyle/>
        <a:p>
          <a:endParaRPr lang="en-US"/>
        </a:p>
      </dgm:t>
    </dgm:pt>
    <dgm:pt modelId="{999DA7AB-E4A9-4D45-9A54-72CBF8657C8C}" type="sibTrans" cxnId="{89603EBB-A6B7-A247-8284-41FB357C9E2E}">
      <dgm:prSet/>
      <dgm:spPr/>
      <dgm:t>
        <a:bodyPr/>
        <a:lstStyle/>
        <a:p>
          <a:endParaRPr lang="en-US"/>
        </a:p>
      </dgm:t>
    </dgm:pt>
    <dgm:pt modelId="{A87FF7B2-93E1-C747-A79E-2E610DC5816B}">
      <dgm:prSet phldrT="[Text]"/>
      <dgm:spPr/>
      <dgm:t>
        <a:bodyPr/>
        <a:lstStyle/>
        <a:p>
          <a:r>
            <a:rPr lang="en-US" dirty="0"/>
            <a:t>Validation Set (15%)</a:t>
          </a:r>
        </a:p>
      </dgm:t>
    </dgm:pt>
    <dgm:pt modelId="{BA261FEB-7FFA-D143-BEC8-05BE6D09C4A1}" type="parTrans" cxnId="{6608DC57-17AA-9144-AB22-B34385688574}">
      <dgm:prSet/>
      <dgm:spPr/>
      <dgm:t>
        <a:bodyPr/>
        <a:lstStyle/>
        <a:p>
          <a:endParaRPr lang="en-US"/>
        </a:p>
      </dgm:t>
    </dgm:pt>
    <dgm:pt modelId="{7726A5FE-DD62-E448-A8F4-88091EF5A350}" type="sibTrans" cxnId="{6608DC57-17AA-9144-AB22-B34385688574}">
      <dgm:prSet/>
      <dgm:spPr/>
      <dgm:t>
        <a:bodyPr/>
        <a:lstStyle/>
        <a:p>
          <a:endParaRPr lang="en-US"/>
        </a:p>
      </dgm:t>
    </dgm:pt>
    <dgm:pt modelId="{451AB099-7EC2-F24F-B334-B2CB39C86831}">
      <dgm:prSet phldrT="[Text]"/>
      <dgm:spPr/>
      <dgm:t>
        <a:bodyPr/>
        <a:lstStyle/>
        <a:p>
          <a:r>
            <a:rPr lang="en-US" dirty="0"/>
            <a:t>Test Set (15%)</a:t>
          </a:r>
        </a:p>
      </dgm:t>
    </dgm:pt>
    <dgm:pt modelId="{067EA9E3-EB9E-3249-A4C1-474970CC67DD}" type="parTrans" cxnId="{3A1049D9-7812-3441-A9F1-5EC0E051BF55}">
      <dgm:prSet/>
      <dgm:spPr/>
      <dgm:t>
        <a:bodyPr/>
        <a:lstStyle/>
        <a:p>
          <a:endParaRPr lang="en-US"/>
        </a:p>
      </dgm:t>
    </dgm:pt>
    <dgm:pt modelId="{FF598911-C714-094A-A41F-09A8BC7A2032}" type="sibTrans" cxnId="{3A1049D9-7812-3441-A9F1-5EC0E051BF55}">
      <dgm:prSet/>
      <dgm:spPr/>
      <dgm:t>
        <a:bodyPr/>
        <a:lstStyle/>
        <a:p>
          <a:endParaRPr lang="en-US"/>
        </a:p>
      </dgm:t>
    </dgm:pt>
    <dgm:pt modelId="{030B0376-2A60-FA48-A4C8-5AA768F40750}" type="pres">
      <dgm:prSet presAssocID="{E0D16E4A-CA02-4B45-972E-F1DB09A85AD2}" presName="Name0" presStyleCnt="0">
        <dgm:presLayoutVars>
          <dgm:dir/>
          <dgm:resizeHandles val="exact"/>
        </dgm:presLayoutVars>
      </dgm:prSet>
      <dgm:spPr/>
    </dgm:pt>
    <dgm:pt modelId="{E4F2CF7A-1079-404C-AB2F-874F9043DD2B}" type="pres">
      <dgm:prSet presAssocID="{FE44642B-1DB4-4A4A-A211-18A37285F1E7}" presName="node" presStyleLbl="node1" presStyleIdx="0" presStyleCnt="3">
        <dgm:presLayoutVars>
          <dgm:bulletEnabled val="1"/>
        </dgm:presLayoutVars>
      </dgm:prSet>
      <dgm:spPr/>
    </dgm:pt>
    <dgm:pt modelId="{54B3A301-DFE1-024A-BAC7-D717E4C1B51A}" type="pres">
      <dgm:prSet presAssocID="{E9142BDA-4F60-5041-AA81-D8CF7091972D}" presName="sibTrans" presStyleLbl="sibTrans2D1" presStyleIdx="0" presStyleCnt="2"/>
      <dgm:spPr/>
    </dgm:pt>
    <dgm:pt modelId="{CC6B2CD1-B6A6-6943-A49F-34CAC66B7866}" type="pres">
      <dgm:prSet presAssocID="{E9142BDA-4F60-5041-AA81-D8CF7091972D}" presName="connectorText" presStyleLbl="sibTrans2D1" presStyleIdx="0" presStyleCnt="2"/>
      <dgm:spPr/>
    </dgm:pt>
    <dgm:pt modelId="{0D322EDC-0FD0-7043-A67A-2C3C4B8F3266}" type="pres">
      <dgm:prSet presAssocID="{2E491EE6-38CC-F247-B49C-B5C6A6565528}" presName="node" presStyleLbl="node1" presStyleIdx="1" presStyleCnt="3">
        <dgm:presLayoutVars>
          <dgm:bulletEnabled val="1"/>
        </dgm:presLayoutVars>
      </dgm:prSet>
      <dgm:spPr/>
    </dgm:pt>
    <dgm:pt modelId="{765994CB-A90A-5749-8E5A-C7C8933BCD07}" type="pres">
      <dgm:prSet presAssocID="{B1D9F0AD-71C7-5F45-A3C6-D912B3FFB419}" presName="sibTrans" presStyleLbl="sibTrans2D1" presStyleIdx="1" presStyleCnt="2"/>
      <dgm:spPr/>
    </dgm:pt>
    <dgm:pt modelId="{F95DC407-A310-954B-B5E5-23674F5865F8}" type="pres">
      <dgm:prSet presAssocID="{B1D9F0AD-71C7-5F45-A3C6-D912B3FFB419}" presName="connectorText" presStyleLbl="sibTrans2D1" presStyleIdx="1" presStyleCnt="2"/>
      <dgm:spPr/>
    </dgm:pt>
    <dgm:pt modelId="{4E909983-2022-3942-8404-BF59D09210A0}" type="pres">
      <dgm:prSet presAssocID="{2F397699-A094-ED43-84B5-BE2AE769041E}" presName="node" presStyleLbl="node1" presStyleIdx="2" presStyleCnt="3">
        <dgm:presLayoutVars>
          <dgm:bulletEnabled val="1"/>
        </dgm:presLayoutVars>
      </dgm:prSet>
      <dgm:spPr/>
    </dgm:pt>
  </dgm:ptLst>
  <dgm:cxnLst>
    <dgm:cxn modelId="{3A99EF07-4629-9743-92E0-969F7D7CD6BC}" srcId="{E0D16E4A-CA02-4B45-972E-F1DB09A85AD2}" destId="{2E491EE6-38CC-F247-B49C-B5C6A6565528}" srcOrd="1" destOrd="0" parTransId="{DD77C723-57F9-CC49-AE56-5D26311A3F93}" sibTransId="{B1D9F0AD-71C7-5F45-A3C6-D912B3FFB419}"/>
    <dgm:cxn modelId="{8F25610D-7AFA-C24F-90CE-D5CF187F406B}" srcId="{E0D16E4A-CA02-4B45-972E-F1DB09A85AD2}" destId="{FE44642B-1DB4-4A4A-A211-18A37285F1E7}" srcOrd="0" destOrd="0" parTransId="{7784F1DB-D831-044D-BC23-CC15C087D56F}" sibTransId="{E9142BDA-4F60-5041-AA81-D8CF7091972D}"/>
    <dgm:cxn modelId="{89C9BB20-8B5B-044D-86FB-DE41B879C247}" type="presOf" srcId="{E9142BDA-4F60-5041-AA81-D8CF7091972D}" destId="{CC6B2CD1-B6A6-6943-A49F-34CAC66B7866}" srcOrd="1" destOrd="0" presId="urn:microsoft.com/office/officeart/2005/8/layout/process1"/>
    <dgm:cxn modelId="{37B8C428-733A-1145-B0DE-246493F8C4B7}" type="presOf" srcId="{B1D9F0AD-71C7-5F45-A3C6-D912B3FFB419}" destId="{765994CB-A90A-5749-8E5A-C7C8933BCD07}" srcOrd="0" destOrd="0" presId="urn:microsoft.com/office/officeart/2005/8/layout/process1"/>
    <dgm:cxn modelId="{9387142D-268D-024F-9ABB-A5A6C6A6CDBD}" type="presOf" srcId="{B1D9F0AD-71C7-5F45-A3C6-D912B3FFB419}" destId="{F95DC407-A310-954B-B5E5-23674F5865F8}" srcOrd="1" destOrd="0" presId="urn:microsoft.com/office/officeart/2005/8/layout/process1"/>
    <dgm:cxn modelId="{57405954-D7A6-DC44-9408-638891505612}" srcId="{E0D16E4A-CA02-4B45-972E-F1DB09A85AD2}" destId="{2F397699-A094-ED43-84B5-BE2AE769041E}" srcOrd="2" destOrd="0" parTransId="{E186CA6F-688D-CC4A-B450-C97FABF6D126}" sibTransId="{59242042-9EB3-4A48-A75A-31C5492387CC}"/>
    <dgm:cxn modelId="{6608DC57-17AA-9144-AB22-B34385688574}" srcId="{2F397699-A094-ED43-84B5-BE2AE769041E}" destId="{A87FF7B2-93E1-C747-A79E-2E610DC5816B}" srcOrd="1" destOrd="0" parTransId="{BA261FEB-7FFA-D143-BEC8-05BE6D09C4A1}" sibTransId="{7726A5FE-DD62-E448-A8F4-88091EF5A350}"/>
    <dgm:cxn modelId="{D6D8AD5C-16FA-7C42-97E4-CC2E2A7FE6C2}" type="presOf" srcId="{A87FF7B2-93E1-C747-A79E-2E610DC5816B}" destId="{4E909983-2022-3942-8404-BF59D09210A0}" srcOrd="0" destOrd="2" presId="urn:microsoft.com/office/officeart/2005/8/layout/process1"/>
    <dgm:cxn modelId="{DC5E3069-28EE-5442-B0BE-185CB37E06D7}" type="presOf" srcId="{451AB099-7EC2-F24F-B334-B2CB39C86831}" destId="{4E909983-2022-3942-8404-BF59D09210A0}" srcOrd="0" destOrd="3" presId="urn:microsoft.com/office/officeart/2005/8/layout/process1"/>
    <dgm:cxn modelId="{1CFB2773-FE3D-BC43-849B-6C906F19B0C1}" type="presOf" srcId="{E0D16E4A-CA02-4B45-972E-F1DB09A85AD2}" destId="{030B0376-2A60-FA48-A4C8-5AA768F40750}" srcOrd="0" destOrd="0" presId="urn:microsoft.com/office/officeart/2005/8/layout/process1"/>
    <dgm:cxn modelId="{BDE27C8B-31A9-9B48-80D4-734306F824A8}" type="presOf" srcId="{2F397699-A094-ED43-84B5-BE2AE769041E}" destId="{4E909983-2022-3942-8404-BF59D09210A0}" srcOrd="0" destOrd="0" presId="urn:microsoft.com/office/officeart/2005/8/layout/process1"/>
    <dgm:cxn modelId="{89603EBB-A6B7-A247-8284-41FB357C9E2E}" srcId="{2F397699-A094-ED43-84B5-BE2AE769041E}" destId="{F22BEE61-CA38-A448-8BCE-8245B9250B7F}" srcOrd="0" destOrd="0" parTransId="{9657FAB8-47AD-6F4C-A198-8E3C208A4D73}" sibTransId="{999DA7AB-E4A9-4D45-9A54-72CBF8657C8C}"/>
    <dgm:cxn modelId="{459B6CC4-4E7F-8246-8767-4540CC105A37}" type="presOf" srcId="{F22BEE61-CA38-A448-8BCE-8245B9250B7F}" destId="{4E909983-2022-3942-8404-BF59D09210A0}" srcOrd="0" destOrd="1" presId="urn:microsoft.com/office/officeart/2005/8/layout/process1"/>
    <dgm:cxn modelId="{3A1049D9-7812-3441-A9F1-5EC0E051BF55}" srcId="{2F397699-A094-ED43-84B5-BE2AE769041E}" destId="{451AB099-7EC2-F24F-B334-B2CB39C86831}" srcOrd="2" destOrd="0" parTransId="{067EA9E3-EB9E-3249-A4C1-474970CC67DD}" sibTransId="{FF598911-C714-094A-A41F-09A8BC7A2032}"/>
    <dgm:cxn modelId="{7D5067EC-94B5-A94E-95E3-518821D074D8}" type="presOf" srcId="{2E491EE6-38CC-F247-B49C-B5C6A6565528}" destId="{0D322EDC-0FD0-7043-A67A-2C3C4B8F3266}" srcOrd="0" destOrd="0" presId="urn:microsoft.com/office/officeart/2005/8/layout/process1"/>
    <dgm:cxn modelId="{51C4EDF1-7C67-8F4C-BEF0-4C0CE0465C2C}" type="presOf" srcId="{E9142BDA-4F60-5041-AA81-D8CF7091972D}" destId="{54B3A301-DFE1-024A-BAC7-D717E4C1B51A}" srcOrd="0" destOrd="0" presId="urn:microsoft.com/office/officeart/2005/8/layout/process1"/>
    <dgm:cxn modelId="{8805E6FC-8120-AE4D-AD95-A2DD2FFDD96A}" type="presOf" srcId="{FE44642B-1DB4-4A4A-A211-18A37285F1E7}" destId="{E4F2CF7A-1079-404C-AB2F-874F9043DD2B}" srcOrd="0" destOrd="0" presId="urn:microsoft.com/office/officeart/2005/8/layout/process1"/>
    <dgm:cxn modelId="{DB415754-5789-7743-A6EE-54C29EA6D9BE}" type="presParOf" srcId="{030B0376-2A60-FA48-A4C8-5AA768F40750}" destId="{E4F2CF7A-1079-404C-AB2F-874F9043DD2B}" srcOrd="0" destOrd="0" presId="urn:microsoft.com/office/officeart/2005/8/layout/process1"/>
    <dgm:cxn modelId="{3C39409D-5338-D744-974B-7C3CE10153A6}" type="presParOf" srcId="{030B0376-2A60-FA48-A4C8-5AA768F40750}" destId="{54B3A301-DFE1-024A-BAC7-D717E4C1B51A}" srcOrd="1" destOrd="0" presId="urn:microsoft.com/office/officeart/2005/8/layout/process1"/>
    <dgm:cxn modelId="{9417DD2A-A063-594A-9DA8-E409344956A7}" type="presParOf" srcId="{54B3A301-DFE1-024A-BAC7-D717E4C1B51A}" destId="{CC6B2CD1-B6A6-6943-A49F-34CAC66B7866}" srcOrd="0" destOrd="0" presId="urn:microsoft.com/office/officeart/2005/8/layout/process1"/>
    <dgm:cxn modelId="{C84B8E0F-20B1-9E42-A7C3-21C655C2B9B9}" type="presParOf" srcId="{030B0376-2A60-FA48-A4C8-5AA768F40750}" destId="{0D322EDC-0FD0-7043-A67A-2C3C4B8F3266}" srcOrd="2" destOrd="0" presId="urn:microsoft.com/office/officeart/2005/8/layout/process1"/>
    <dgm:cxn modelId="{20042538-C30C-B84A-AAC4-9920213815F3}" type="presParOf" srcId="{030B0376-2A60-FA48-A4C8-5AA768F40750}" destId="{765994CB-A90A-5749-8E5A-C7C8933BCD07}" srcOrd="3" destOrd="0" presId="urn:microsoft.com/office/officeart/2005/8/layout/process1"/>
    <dgm:cxn modelId="{1038E17B-8220-4E4D-B01D-5796D165616B}" type="presParOf" srcId="{765994CB-A90A-5749-8E5A-C7C8933BCD07}" destId="{F95DC407-A310-954B-B5E5-23674F5865F8}" srcOrd="0" destOrd="0" presId="urn:microsoft.com/office/officeart/2005/8/layout/process1"/>
    <dgm:cxn modelId="{25170D27-6B81-4041-B1B2-2F966EA8C30B}" type="presParOf" srcId="{030B0376-2A60-FA48-A4C8-5AA768F40750}" destId="{4E909983-2022-3942-8404-BF59D09210A0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C7C3DD7-A24F-CB40-B805-D195E6F7A605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2CA4B52-21BA-8B4D-B8C1-2178582BD337}">
      <dgm:prSet phldrT="[Text]"/>
      <dgm:spPr/>
      <dgm:t>
        <a:bodyPr/>
        <a:lstStyle/>
        <a:p>
          <a:r>
            <a:rPr lang="en-US" dirty="0"/>
            <a:t>Completed</a:t>
          </a:r>
        </a:p>
      </dgm:t>
    </dgm:pt>
    <dgm:pt modelId="{03F08E68-0614-0C4A-AF68-36EF218B6329}" type="parTrans" cxnId="{E7B80E8C-E14E-C34A-B4A7-33A801DEB4C0}">
      <dgm:prSet/>
      <dgm:spPr/>
      <dgm:t>
        <a:bodyPr/>
        <a:lstStyle/>
        <a:p>
          <a:endParaRPr lang="en-US"/>
        </a:p>
      </dgm:t>
    </dgm:pt>
    <dgm:pt modelId="{9D69701B-B4FD-0D47-A609-06631EBE80FC}" type="sibTrans" cxnId="{E7B80E8C-E14E-C34A-B4A7-33A801DEB4C0}">
      <dgm:prSet/>
      <dgm:spPr/>
      <dgm:t>
        <a:bodyPr/>
        <a:lstStyle/>
        <a:p>
          <a:endParaRPr lang="en-US"/>
        </a:p>
      </dgm:t>
    </dgm:pt>
    <dgm:pt modelId="{A66DD461-7BD5-FF47-B28D-28DB8705437F}">
      <dgm:prSet phldrT="[Text]"/>
      <dgm:spPr/>
      <dgm:t>
        <a:bodyPr/>
        <a:lstStyle/>
        <a:p>
          <a:pPr>
            <a:buNone/>
          </a:pPr>
          <a:r>
            <a:rPr lang="en-US" dirty="0"/>
            <a:t>✅ Data source identified and validated</a:t>
          </a:r>
        </a:p>
      </dgm:t>
    </dgm:pt>
    <dgm:pt modelId="{EB78D2C4-D9A7-9543-9D3A-3E4DF552938E}" type="parTrans" cxnId="{DBA246E5-AE7E-F140-854C-AE12547DF366}">
      <dgm:prSet/>
      <dgm:spPr/>
      <dgm:t>
        <a:bodyPr/>
        <a:lstStyle/>
        <a:p>
          <a:endParaRPr lang="en-US"/>
        </a:p>
      </dgm:t>
    </dgm:pt>
    <dgm:pt modelId="{6B605992-4915-C24F-8297-22E2D3646B08}" type="sibTrans" cxnId="{DBA246E5-AE7E-F140-854C-AE12547DF366}">
      <dgm:prSet/>
      <dgm:spPr/>
      <dgm:t>
        <a:bodyPr/>
        <a:lstStyle/>
        <a:p>
          <a:endParaRPr lang="en-US"/>
        </a:p>
      </dgm:t>
    </dgm:pt>
    <dgm:pt modelId="{B7C996E1-60F1-C04D-84AA-9198E54215F6}">
      <dgm:prSet phldrT="[Text]"/>
      <dgm:spPr/>
      <dgm:t>
        <a:bodyPr/>
        <a:lstStyle/>
        <a:p>
          <a:pPr>
            <a:buNone/>
          </a:pPr>
          <a:r>
            <a:rPr lang="en-US" dirty="0"/>
            <a:t>✅ ETL pipeline developed and tested</a:t>
          </a:r>
        </a:p>
      </dgm:t>
    </dgm:pt>
    <dgm:pt modelId="{61B4BE05-4F26-114E-A9ED-EF5534E29F6C}" type="parTrans" cxnId="{3018A88B-3BAB-B84B-9B37-4F9594426DB9}">
      <dgm:prSet/>
      <dgm:spPr/>
      <dgm:t>
        <a:bodyPr/>
        <a:lstStyle/>
        <a:p>
          <a:endParaRPr lang="en-US"/>
        </a:p>
      </dgm:t>
    </dgm:pt>
    <dgm:pt modelId="{1933C921-BCC2-024A-875F-1EC59A9DEF56}" type="sibTrans" cxnId="{3018A88B-3BAB-B84B-9B37-4F9594426DB9}">
      <dgm:prSet/>
      <dgm:spPr/>
      <dgm:t>
        <a:bodyPr/>
        <a:lstStyle/>
        <a:p>
          <a:endParaRPr lang="en-US"/>
        </a:p>
      </dgm:t>
    </dgm:pt>
    <dgm:pt modelId="{70B2B397-4AFD-2A40-9F4D-9C7DE1F2F85C}">
      <dgm:prSet phldrT="[Text]"/>
      <dgm:spPr/>
      <dgm:t>
        <a:bodyPr/>
        <a:lstStyle/>
        <a:p>
          <a:pPr>
            <a:buNone/>
          </a:pPr>
          <a:r>
            <a:rPr lang="en-US" dirty="0"/>
            <a:t>✅ Dataset profiled and structured</a:t>
          </a:r>
        </a:p>
      </dgm:t>
    </dgm:pt>
    <dgm:pt modelId="{EB35A018-1E4E-A84D-BDD2-F2B62A1B095A}" type="parTrans" cxnId="{23E6CCB0-B8A3-484A-8EF9-30DF6A51D5B5}">
      <dgm:prSet/>
      <dgm:spPr/>
      <dgm:t>
        <a:bodyPr/>
        <a:lstStyle/>
        <a:p>
          <a:endParaRPr lang="en-US"/>
        </a:p>
      </dgm:t>
    </dgm:pt>
    <dgm:pt modelId="{26A97447-3855-844F-9F59-0AB39A7432B9}" type="sibTrans" cxnId="{23E6CCB0-B8A3-484A-8EF9-30DF6A51D5B5}">
      <dgm:prSet/>
      <dgm:spPr/>
      <dgm:t>
        <a:bodyPr/>
        <a:lstStyle/>
        <a:p>
          <a:endParaRPr lang="en-US"/>
        </a:p>
      </dgm:t>
    </dgm:pt>
    <dgm:pt modelId="{89A740C0-93AD-A44D-9F41-07BF1C919AD6}">
      <dgm:prSet phldrT="[Text]"/>
      <dgm:spPr/>
      <dgm:t>
        <a:bodyPr/>
        <a:lstStyle/>
        <a:p>
          <a:pPr>
            <a:buNone/>
          </a:pPr>
          <a:r>
            <a:rPr lang="en-US" dirty="0"/>
            <a:t>✅ Initial preprocessing completed</a:t>
          </a:r>
        </a:p>
      </dgm:t>
    </dgm:pt>
    <dgm:pt modelId="{190EB6BA-F783-5141-B742-84DF0C4F9445}" type="parTrans" cxnId="{C7DC63E6-4EAB-3F45-BFB4-2BD52AB203D2}">
      <dgm:prSet/>
      <dgm:spPr/>
      <dgm:t>
        <a:bodyPr/>
        <a:lstStyle/>
        <a:p>
          <a:endParaRPr lang="en-US"/>
        </a:p>
      </dgm:t>
    </dgm:pt>
    <dgm:pt modelId="{524621FC-5208-F140-B8D2-E4884F27249B}" type="sibTrans" cxnId="{C7DC63E6-4EAB-3F45-BFB4-2BD52AB203D2}">
      <dgm:prSet/>
      <dgm:spPr/>
      <dgm:t>
        <a:bodyPr/>
        <a:lstStyle/>
        <a:p>
          <a:endParaRPr lang="en-US"/>
        </a:p>
      </dgm:t>
    </dgm:pt>
    <dgm:pt modelId="{C7DE3950-3160-2A4D-98B2-2C1F59E43404}">
      <dgm:prSet phldrT="[Text]"/>
      <dgm:spPr/>
      <dgm:t>
        <a:bodyPr/>
        <a:lstStyle/>
        <a:p>
          <a:pPr>
            <a:buNone/>
          </a:pPr>
          <a:r>
            <a:rPr lang="en-US" dirty="0"/>
            <a:t>Next Steps</a:t>
          </a:r>
        </a:p>
      </dgm:t>
    </dgm:pt>
    <dgm:pt modelId="{4EF7C8D3-E4A9-C140-8274-84AEE3FB0D41}" type="parTrans" cxnId="{195A4220-3967-2A45-8301-2677A96FC7F9}">
      <dgm:prSet/>
      <dgm:spPr/>
      <dgm:t>
        <a:bodyPr/>
        <a:lstStyle/>
        <a:p>
          <a:endParaRPr lang="en-US"/>
        </a:p>
      </dgm:t>
    </dgm:pt>
    <dgm:pt modelId="{BD5E672C-6E2A-EA43-9007-E3DA2BD73EEC}" type="sibTrans" cxnId="{195A4220-3967-2A45-8301-2677A96FC7F9}">
      <dgm:prSet/>
      <dgm:spPr/>
      <dgm:t>
        <a:bodyPr/>
        <a:lstStyle/>
        <a:p>
          <a:endParaRPr lang="en-US"/>
        </a:p>
      </dgm:t>
    </dgm:pt>
    <dgm:pt modelId="{11FDC994-449F-C344-BD50-C0AE336999E8}">
      <dgm:prSet phldrT="[Text]"/>
      <dgm:spPr/>
      <dgm:t>
        <a:bodyPr/>
        <a:lstStyle/>
        <a:p>
          <a:pPr>
            <a:buFont typeface="+mj-lt"/>
            <a:buAutoNum type="arabicPeriod"/>
          </a:pPr>
          <a:r>
            <a:rPr lang="en-US" dirty="0"/>
            <a:t>Complete full dataset collection</a:t>
          </a:r>
        </a:p>
      </dgm:t>
    </dgm:pt>
    <dgm:pt modelId="{B7B8835C-4146-C949-A2EF-2ABC6B709AF5}" type="parTrans" cxnId="{AC88860A-C2C8-0A4C-B117-78EEF0289245}">
      <dgm:prSet/>
      <dgm:spPr/>
      <dgm:t>
        <a:bodyPr/>
        <a:lstStyle/>
        <a:p>
          <a:endParaRPr lang="en-US"/>
        </a:p>
      </dgm:t>
    </dgm:pt>
    <dgm:pt modelId="{3C74028B-E29E-4442-BA40-192F4BCA70C4}" type="sibTrans" cxnId="{AC88860A-C2C8-0A4C-B117-78EEF0289245}">
      <dgm:prSet/>
      <dgm:spPr/>
      <dgm:t>
        <a:bodyPr/>
        <a:lstStyle/>
        <a:p>
          <a:endParaRPr lang="en-US"/>
        </a:p>
      </dgm:t>
    </dgm:pt>
    <dgm:pt modelId="{7CAD5048-75CB-C745-8AAB-F1DE6670770A}">
      <dgm:prSet phldrT="[Text]"/>
      <dgm:spPr/>
      <dgm:t>
        <a:bodyPr/>
        <a:lstStyle/>
        <a:p>
          <a:pPr>
            <a:buFont typeface="+mj-lt"/>
            <a:buAutoNum type="arabicPeriod"/>
          </a:pPr>
          <a:r>
            <a:rPr lang="en-US" dirty="0"/>
            <a:t>Generate sentiment labels</a:t>
          </a:r>
        </a:p>
      </dgm:t>
    </dgm:pt>
    <dgm:pt modelId="{B4F982EB-D1FB-1E4A-9402-5D5BC90C72FE}" type="parTrans" cxnId="{A475E5A4-1DEC-CB41-A5B3-4D10F6DD6694}">
      <dgm:prSet/>
      <dgm:spPr/>
      <dgm:t>
        <a:bodyPr/>
        <a:lstStyle/>
        <a:p>
          <a:endParaRPr lang="en-US"/>
        </a:p>
      </dgm:t>
    </dgm:pt>
    <dgm:pt modelId="{85349B3F-2B54-2B40-B2EA-CD7222D6133A}" type="sibTrans" cxnId="{A475E5A4-1DEC-CB41-A5B3-4D10F6DD6694}">
      <dgm:prSet/>
      <dgm:spPr/>
      <dgm:t>
        <a:bodyPr/>
        <a:lstStyle/>
        <a:p>
          <a:endParaRPr lang="en-US"/>
        </a:p>
      </dgm:t>
    </dgm:pt>
    <dgm:pt modelId="{09B02963-043E-7445-B01C-63C0B48E32B2}">
      <dgm:prSet phldrT="[Text]"/>
      <dgm:spPr/>
      <dgm:t>
        <a:bodyPr/>
        <a:lstStyle/>
        <a:p>
          <a:pPr>
            <a:buFont typeface="+mj-lt"/>
            <a:buAutoNum type="arabicPeriod"/>
          </a:pPr>
          <a:r>
            <a:rPr lang="en-US" dirty="0"/>
            <a:t>Train and evaluate NLP models</a:t>
          </a:r>
        </a:p>
      </dgm:t>
    </dgm:pt>
    <dgm:pt modelId="{37BBE740-4F32-FF4C-877C-2BF0071D5206}" type="parTrans" cxnId="{ED2ADCE3-5307-C546-9707-9D11AB5CD7AA}">
      <dgm:prSet/>
      <dgm:spPr/>
      <dgm:t>
        <a:bodyPr/>
        <a:lstStyle/>
        <a:p>
          <a:endParaRPr lang="en-US"/>
        </a:p>
      </dgm:t>
    </dgm:pt>
    <dgm:pt modelId="{00A6B6C4-9B1E-8141-AB14-4A47F90D4300}" type="sibTrans" cxnId="{ED2ADCE3-5307-C546-9707-9D11AB5CD7AA}">
      <dgm:prSet/>
      <dgm:spPr/>
      <dgm:t>
        <a:bodyPr/>
        <a:lstStyle/>
        <a:p>
          <a:endParaRPr lang="en-US"/>
        </a:p>
      </dgm:t>
    </dgm:pt>
    <dgm:pt modelId="{2BC648A4-8AF8-D642-8AFF-FAE88F1BF232}">
      <dgm:prSet phldrT="[Text]"/>
      <dgm:spPr/>
      <dgm:t>
        <a:bodyPr/>
        <a:lstStyle/>
        <a:p>
          <a:pPr>
            <a:buFont typeface="+mj-lt"/>
            <a:buAutoNum type="arabicPeriod"/>
          </a:pPr>
          <a:r>
            <a:rPr lang="en-US" dirty="0"/>
            <a:t>Perform exploratory data analysis</a:t>
          </a:r>
        </a:p>
      </dgm:t>
    </dgm:pt>
    <dgm:pt modelId="{D804D2CB-DAC2-E24D-A486-D7C39C7440DE}" type="sibTrans" cxnId="{1036665A-7C76-BC44-AC78-7EE7E4476288}">
      <dgm:prSet/>
      <dgm:spPr/>
      <dgm:t>
        <a:bodyPr/>
        <a:lstStyle/>
        <a:p>
          <a:endParaRPr lang="en-US"/>
        </a:p>
      </dgm:t>
    </dgm:pt>
    <dgm:pt modelId="{60ED3D77-95E4-3349-A3F0-E6BA7FED9BD0}" type="parTrans" cxnId="{1036665A-7C76-BC44-AC78-7EE7E4476288}">
      <dgm:prSet/>
      <dgm:spPr/>
      <dgm:t>
        <a:bodyPr/>
        <a:lstStyle/>
        <a:p>
          <a:endParaRPr lang="en-US"/>
        </a:p>
      </dgm:t>
    </dgm:pt>
    <dgm:pt modelId="{90F73A1F-5580-D14C-B85C-372933C89BCF}" type="pres">
      <dgm:prSet presAssocID="{EC7C3DD7-A24F-CB40-B805-D195E6F7A605}" presName="Name0" presStyleCnt="0">
        <dgm:presLayoutVars>
          <dgm:dir/>
          <dgm:animLvl val="lvl"/>
          <dgm:resizeHandles val="exact"/>
        </dgm:presLayoutVars>
      </dgm:prSet>
      <dgm:spPr/>
    </dgm:pt>
    <dgm:pt modelId="{C5EDCD83-29A0-344B-9044-B8CC037D8962}" type="pres">
      <dgm:prSet presAssocID="{C2CA4B52-21BA-8B4D-B8C1-2178582BD337}" presName="composite" presStyleCnt="0"/>
      <dgm:spPr/>
    </dgm:pt>
    <dgm:pt modelId="{F7CEFEFA-D9CA-284F-9C09-EACB1B4C2192}" type="pres">
      <dgm:prSet presAssocID="{C2CA4B52-21BA-8B4D-B8C1-2178582BD337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2DEEBBF3-C24F-6A44-8F59-7C9286C0F195}" type="pres">
      <dgm:prSet presAssocID="{C2CA4B52-21BA-8B4D-B8C1-2178582BD337}" presName="desTx" presStyleLbl="alignAccFollowNode1" presStyleIdx="0" presStyleCnt="2">
        <dgm:presLayoutVars>
          <dgm:bulletEnabled val="1"/>
        </dgm:presLayoutVars>
      </dgm:prSet>
      <dgm:spPr/>
    </dgm:pt>
    <dgm:pt modelId="{8A531156-E1DF-FF41-9929-1D70F8E53AB8}" type="pres">
      <dgm:prSet presAssocID="{9D69701B-B4FD-0D47-A609-06631EBE80FC}" presName="space" presStyleCnt="0"/>
      <dgm:spPr/>
    </dgm:pt>
    <dgm:pt modelId="{993627CB-4D37-1A41-AAC3-DB458A7B74BF}" type="pres">
      <dgm:prSet presAssocID="{C7DE3950-3160-2A4D-98B2-2C1F59E43404}" presName="composite" presStyleCnt="0"/>
      <dgm:spPr/>
    </dgm:pt>
    <dgm:pt modelId="{C38E6105-186D-C943-8517-0F9E5C6B444A}" type="pres">
      <dgm:prSet presAssocID="{C7DE3950-3160-2A4D-98B2-2C1F59E43404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73733732-A519-6F4E-8D59-2325B3EA4749}" type="pres">
      <dgm:prSet presAssocID="{C7DE3950-3160-2A4D-98B2-2C1F59E43404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AC88860A-C2C8-0A4C-B117-78EEF0289245}" srcId="{C7DE3950-3160-2A4D-98B2-2C1F59E43404}" destId="{11FDC994-449F-C344-BD50-C0AE336999E8}" srcOrd="0" destOrd="0" parTransId="{B7B8835C-4146-C949-A2EF-2ABC6B709AF5}" sibTransId="{3C74028B-E29E-4442-BA40-192F4BCA70C4}"/>
    <dgm:cxn modelId="{C46A221F-3DB2-A244-8B5E-35D29737CE62}" type="presOf" srcId="{C7DE3950-3160-2A4D-98B2-2C1F59E43404}" destId="{C38E6105-186D-C943-8517-0F9E5C6B444A}" srcOrd="0" destOrd="0" presId="urn:microsoft.com/office/officeart/2005/8/layout/hList1"/>
    <dgm:cxn modelId="{195A4220-3967-2A45-8301-2677A96FC7F9}" srcId="{EC7C3DD7-A24F-CB40-B805-D195E6F7A605}" destId="{C7DE3950-3160-2A4D-98B2-2C1F59E43404}" srcOrd="1" destOrd="0" parTransId="{4EF7C8D3-E4A9-C140-8274-84AEE3FB0D41}" sibTransId="{BD5E672C-6E2A-EA43-9007-E3DA2BD73EEC}"/>
    <dgm:cxn modelId="{CCC96E22-E7BA-ED4A-9766-953C6CD68B13}" type="presOf" srcId="{2BC648A4-8AF8-D642-8AFF-FAE88F1BF232}" destId="{73733732-A519-6F4E-8D59-2325B3EA4749}" srcOrd="0" destOrd="1" presId="urn:microsoft.com/office/officeart/2005/8/layout/hList1"/>
    <dgm:cxn modelId="{8EA4CF3F-8B8E-184B-994F-AC506962BD7C}" type="presOf" srcId="{89A740C0-93AD-A44D-9F41-07BF1C919AD6}" destId="{2DEEBBF3-C24F-6A44-8F59-7C9286C0F195}" srcOrd="0" destOrd="3" presId="urn:microsoft.com/office/officeart/2005/8/layout/hList1"/>
    <dgm:cxn modelId="{1036665A-7C76-BC44-AC78-7EE7E4476288}" srcId="{C7DE3950-3160-2A4D-98B2-2C1F59E43404}" destId="{2BC648A4-8AF8-D642-8AFF-FAE88F1BF232}" srcOrd="1" destOrd="0" parTransId="{60ED3D77-95E4-3349-A3F0-E6BA7FED9BD0}" sibTransId="{D804D2CB-DAC2-E24D-A486-D7C39C7440DE}"/>
    <dgm:cxn modelId="{F3C7BB5D-194A-7D42-839F-53A05CB35019}" type="presOf" srcId="{11FDC994-449F-C344-BD50-C0AE336999E8}" destId="{73733732-A519-6F4E-8D59-2325B3EA4749}" srcOrd="0" destOrd="0" presId="urn:microsoft.com/office/officeart/2005/8/layout/hList1"/>
    <dgm:cxn modelId="{DAA1A96C-2E91-734D-9FFD-562C9639376D}" type="presOf" srcId="{EC7C3DD7-A24F-CB40-B805-D195E6F7A605}" destId="{90F73A1F-5580-D14C-B85C-372933C89BCF}" srcOrd="0" destOrd="0" presId="urn:microsoft.com/office/officeart/2005/8/layout/hList1"/>
    <dgm:cxn modelId="{C98ED17A-8206-7A41-8613-51BB149CF45F}" type="presOf" srcId="{C2CA4B52-21BA-8B4D-B8C1-2178582BD337}" destId="{F7CEFEFA-D9CA-284F-9C09-EACB1B4C2192}" srcOrd="0" destOrd="0" presId="urn:microsoft.com/office/officeart/2005/8/layout/hList1"/>
    <dgm:cxn modelId="{3018A88B-3BAB-B84B-9B37-4F9594426DB9}" srcId="{C2CA4B52-21BA-8B4D-B8C1-2178582BD337}" destId="{B7C996E1-60F1-C04D-84AA-9198E54215F6}" srcOrd="1" destOrd="0" parTransId="{61B4BE05-4F26-114E-A9ED-EF5534E29F6C}" sibTransId="{1933C921-BCC2-024A-875F-1EC59A9DEF56}"/>
    <dgm:cxn modelId="{E7B80E8C-E14E-C34A-B4A7-33A801DEB4C0}" srcId="{EC7C3DD7-A24F-CB40-B805-D195E6F7A605}" destId="{C2CA4B52-21BA-8B4D-B8C1-2178582BD337}" srcOrd="0" destOrd="0" parTransId="{03F08E68-0614-0C4A-AF68-36EF218B6329}" sibTransId="{9D69701B-B4FD-0D47-A609-06631EBE80FC}"/>
    <dgm:cxn modelId="{5F43E38F-AA7B-214B-9DBD-28994082A9D4}" type="presOf" srcId="{A66DD461-7BD5-FF47-B28D-28DB8705437F}" destId="{2DEEBBF3-C24F-6A44-8F59-7C9286C0F195}" srcOrd="0" destOrd="0" presId="urn:microsoft.com/office/officeart/2005/8/layout/hList1"/>
    <dgm:cxn modelId="{F396B4A4-F7CD-A140-BF0B-7DBECCFEC6AA}" type="presOf" srcId="{7CAD5048-75CB-C745-8AAB-F1DE6670770A}" destId="{73733732-A519-6F4E-8D59-2325B3EA4749}" srcOrd="0" destOrd="2" presId="urn:microsoft.com/office/officeart/2005/8/layout/hList1"/>
    <dgm:cxn modelId="{A475E5A4-1DEC-CB41-A5B3-4D10F6DD6694}" srcId="{C7DE3950-3160-2A4D-98B2-2C1F59E43404}" destId="{7CAD5048-75CB-C745-8AAB-F1DE6670770A}" srcOrd="2" destOrd="0" parTransId="{B4F982EB-D1FB-1E4A-9402-5D5BC90C72FE}" sibTransId="{85349B3F-2B54-2B40-B2EA-CD7222D6133A}"/>
    <dgm:cxn modelId="{23E6CCB0-B8A3-484A-8EF9-30DF6A51D5B5}" srcId="{C2CA4B52-21BA-8B4D-B8C1-2178582BD337}" destId="{70B2B397-4AFD-2A40-9F4D-9C7DE1F2F85C}" srcOrd="2" destOrd="0" parTransId="{EB35A018-1E4E-A84D-BDD2-F2B62A1B095A}" sibTransId="{26A97447-3855-844F-9F59-0AB39A7432B9}"/>
    <dgm:cxn modelId="{46EDEBB2-FDB9-2042-BB30-6143FC352A26}" type="presOf" srcId="{09B02963-043E-7445-B01C-63C0B48E32B2}" destId="{73733732-A519-6F4E-8D59-2325B3EA4749}" srcOrd="0" destOrd="3" presId="urn:microsoft.com/office/officeart/2005/8/layout/hList1"/>
    <dgm:cxn modelId="{5569D5C3-6D57-0A46-AC44-9CF44FEB4212}" type="presOf" srcId="{70B2B397-4AFD-2A40-9F4D-9C7DE1F2F85C}" destId="{2DEEBBF3-C24F-6A44-8F59-7C9286C0F195}" srcOrd="0" destOrd="2" presId="urn:microsoft.com/office/officeart/2005/8/layout/hList1"/>
    <dgm:cxn modelId="{ED2ADCE3-5307-C546-9707-9D11AB5CD7AA}" srcId="{C7DE3950-3160-2A4D-98B2-2C1F59E43404}" destId="{09B02963-043E-7445-B01C-63C0B48E32B2}" srcOrd="3" destOrd="0" parTransId="{37BBE740-4F32-FF4C-877C-2BF0071D5206}" sibTransId="{00A6B6C4-9B1E-8141-AB14-4A47F90D4300}"/>
    <dgm:cxn modelId="{DBA246E5-AE7E-F140-854C-AE12547DF366}" srcId="{C2CA4B52-21BA-8B4D-B8C1-2178582BD337}" destId="{A66DD461-7BD5-FF47-B28D-28DB8705437F}" srcOrd="0" destOrd="0" parTransId="{EB78D2C4-D9A7-9543-9D3A-3E4DF552938E}" sibTransId="{6B605992-4915-C24F-8297-22E2D3646B08}"/>
    <dgm:cxn modelId="{C7DC63E6-4EAB-3F45-BFB4-2BD52AB203D2}" srcId="{C2CA4B52-21BA-8B4D-B8C1-2178582BD337}" destId="{89A740C0-93AD-A44D-9F41-07BF1C919AD6}" srcOrd="3" destOrd="0" parTransId="{190EB6BA-F783-5141-B742-84DF0C4F9445}" sibTransId="{524621FC-5208-F140-B8D2-E4884F27249B}"/>
    <dgm:cxn modelId="{588EECF7-DE9B-0A46-B81C-1C191E525DEE}" type="presOf" srcId="{B7C996E1-60F1-C04D-84AA-9198E54215F6}" destId="{2DEEBBF3-C24F-6A44-8F59-7C9286C0F195}" srcOrd="0" destOrd="1" presId="urn:microsoft.com/office/officeart/2005/8/layout/hList1"/>
    <dgm:cxn modelId="{7E53689C-C081-7E45-8C65-69BB61DD0485}" type="presParOf" srcId="{90F73A1F-5580-D14C-B85C-372933C89BCF}" destId="{C5EDCD83-29A0-344B-9044-B8CC037D8962}" srcOrd="0" destOrd="0" presId="urn:microsoft.com/office/officeart/2005/8/layout/hList1"/>
    <dgm:cxn modelId="{69E843D6-A382-464B-AA0E-3B7AAEF0ED57}" type="presParOf" srcId="{C5EDCD83-29A0-344B-9044-B8CC037D8962}" destId="{F7CEFEFA-D9CA-284F-9C09-EACB1B4C2192}" srcOrd="0" destOrd="0" presId="urn:microsoft.com/office/officeart/2005/8/layout/hList1"/>
    <dgm:cxn modelId="{F402C994-47E6-0A4E-AB65-50B63E861354}" type="presParOf" srcId="{C5EDCD83-29A0-344B-9044-B8CC037D8962}" destId="{2DEEBBF3-C24F-6A44-8F59-7C9286C0F195}" srcOrd="1" destOrd="0" presId="urn:microsoft.com/office/officeart/2005/8/layout/hList1"/>
    <dgm:cxn modelId="{052AB4E2-2269-724B-A96A-1F3552F69798}" type="presParOf" srcId="{90F73A1F-5580-D14C-B85C-372933C89BCF}" destId="{8A531156-E1DF-FF41-9929-1D70F8E53AB8}" srcOrd="1" destOrd="0" presId="urn:microsoft.com/office/officeart/2005/8/layout/hList1"/>
    <dgm:cxn modelId="{3D68FA5E-6B1A-9449-B78E-BEB3D7630BA8}" type="presParOf" srcId="{90F73A1F-5580-D14C-B85C-372933C89BCF}" destId="{993627CB-4D37-1A41-AAC3-DB458A7B74BF}" srcOrd="2" destOrd="0" presId="urn:microsoft.com/office/officeart/2005/8/layout/hList1"/>
    <dgm:cxn modelId="{101BA790-00D1-9F41-9009-102C7C0B9F20}" type="presParOf" srcId="{993627CB-4D37-1A41-AAC3-DB458A7B74BF}" destId="{C38E6105-186D-C943-8517-0F9E5C6B444A}" srcOrd="0" destOrd="0" presId="urn:microsoft.com/office/officeart/2005/8/layout/hList1"/>
    <dgm:cxn modelId="{AAE23866-4B06-474C-9CD6-CC9765006F2B}" type="presParOf" srcId="{993627CB-4D37-1A41-AAC3-DB458A7B74BF}" destId="{73733732-A519-6F4E-8D59-2325B3EA4749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29D38D6-9855-4A20-8743-13104ADDECAB}">
      <dsp:nvSpPr>
        <dsp:cNvPr id="0" name=""/>
        <dsp:cNvSpPr/>
      </dsp:nvSpPr>
      <dsp:spPr>
        <a:xfrm>
          <a:off x="0" y="4753"/>
          <a:ext cx="6832212" cy="110637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F7F6FA6-E833-4956-8CC1-19DAFE91A87F}">
      <dsp:nvSpPr>
        <dsp:cNvPr id="0" name=""/>
        <dsp:cNvSpPr/>
      </dsp:nvSpPr>
      <dsp:spPr>
        <a:xfrm>
          <a:off x="334677" y="253687"/>
          <a:ext cx="608505" cy="60850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D4EBB4E-6A3E-4A9B-859E-4CF24D155066}">
      <dsp:nvSpPr>
        <dsp:cNvPr id="0" name=""/>
        <dsp:cNvSpPr/>
      </dsp:nvSpPr>
      <dsp:spPr>
        <a:xfrm>
          <a:off x="1277860" y="4753"/>
          <a:ext cx="3074495" cy="11063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091" tIns="117091" rIns="117091" bIns="117091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Playwright (Extract)</a:t>
          </a:r>
        </a:p>
      </dsp:txBody>
      <dsp:txXfrm>
        <a:off x="1277860" y="4753"/>
        <a:ext cx="3074495" cy="1106372"/>
      </dsp:txXfrm>
    </dsp:sp>
    <dsp:sp modelId="{12D8D50D-53E5-481D-970E-59F2EC2C56E5}">
      <dsp:nvSpPr>
        <dsp:cNvPr id="0" name=""/>
        <dsp:cNvSpPr/>
      </dsp:nvSpPr>
      <dsp:spPr>
        <a:xfrm>
          <a:off x="4352356" y="4753"/>
          <a:ext cx="2478606" cy="11063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091" tIns="117091" rIns="117091" bIns="117091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Access review archive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Collect article URLs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Retrieve webpage content</a:t>
          </a:r>
        </a:p>
      </dsp:txBody>
      <dsp:txXfrm>
        <a:off x="4352356" y="4753"/>
        <a:ext cx="2478606" cy="1106372"/>
      </dsp:txXfrm>
    </dsp:sp>
    <dsp:sp modelId="{965BBEFA-F975-4CAB-A48F-F879E29F314F}">
      <dsp:nvSpPr>
        <dsp:cNvPr id="0" name=""/>
        <dsp:cNvSpPr/>
      </dsp:nvSpPr>
      <dsp:spPr>
        <a:xfrm>
          <a:off x="0" y="1387719"/>
          <a:ext cx="6832212" cy="110637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E0946B9-1E38-4B4E-9938-CBB8330DFD6B}">
      <dsp:nvSpPr>
        <dsp:cNvPr id="0" name=""/>
        <dsp:cNvSpPr/>
      </dsp:nvSpPr>
      <dsp:spPr>
        <a:xfrm>
          <a:off x="334677" y="1636653"/>
          <a:ext cx="608505" cy="60850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25DBE8D-ABEF-4D8B-B1A2-0FB84304824C}">
      <dsp:nvSpPr>
        <dsp:cNvPr id="0" name=""/>
        <dsp:cNvSpPr/>
      </dsp:nvSpPr>
      <dsp:spPr>
        <a:xfrm>
          <a:off x="1277860" y="1387719"/>
          <a:ext cx="3074495" cy="11063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091" tIns="117091" rIns="117091" bIns="117091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 err="1"/>
            <a:t>BeautifulSoup</a:t>
          </a:r>
          <a:r>
            <a:rPr lang="en-US" sz="1900" kern="1200" dirty="0"/>
            <a:t> (Transform)</a:t>
          </a:r>
        </a:p>
      </dsp:txBody>
      <dsp:txXfrm>
        <a:off x="1277860" y="1387719"/>
        <a:ext cx="3074495" cy="1106372"/>
      </dsp:txXfrm>
    </dsp:sp>
    <dsp:sp modelId="{7F6CCADF-9251-405C-9D1A-BA4CFFBD7152}">
      <dsp:nvSpPr>
        <dsp:cNvPr id="0" name=""/>
        <dsp:cNvSpPr/>
      </dsp:nvSpPr>
      <dsp:spPr>
        <a:xfrm>
          <a:off x="4352356" y="1387719"/>
          <a:ext cx="2478606" cy="11063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091" tIns="117091" rIns="117091" bIns="117091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Parse HTML content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Remove page formatting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Extract review text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Extract article metadata</a:t>
          </a:r>
        </a:p>
      </dsp:txBody>
      <dsp:txXfrm>
        <a:off x="4352356" y="1387719"/>
        <a:ext cx="2478606" cy="1106372"/>
      </dsp:txXfrm>
    </dsp:sp>
    <dsp:sp modelId="{03E3618E-914B-45A2-A315-F8E8C74C7BCB}">
      <dsp:nvSpPr>
        <dsp:cNvPr id="0" name=""/>
        <dsp:cNvSpPr/>
      </dsp:nvSpPr>
      <dsp:spPr>
        <a:xfrm>
          <a:off x="0" y="2770686"/>
          <a:ext cx="6832212" cy="110637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9399D25-D99D-414F-A6ED-D070F84A155A}">
      <dsp:nvSpPr>
        <dsp:cNvPr id="0" name=""/>
        <dsp:cNvSpPr/>
      </dsp:nvSpPr>
      <dsp:spPr>
        <a:xfrm>
          <a:off x="334677" y="3019620"/>
          <a:ext cx="608505" cy="60850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22D2F4B-AB4F-4C82-95AB-20C0E6C1D2A6}">
      <dsp:nvSpPr>
        <dsp:cNvPr id="0" name=""/>
        <dsp:cNvSpPr/>
      </dsp:nvSpPr>
      <dsp:spPr>
        <a:xfrm>
          <a:off x="1277860" y="2770686"/>
          <a:ext cx="3074495" cy="11063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091" tIns="117091" rIns="117091" bIns="117091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Structured Feature Generation (Transform)</a:t>
          </a:r>
        </a:p>
      </dsp:txBody>
      <dsp:txXfrm>
        <a:off x="1277860" y="2770686"/>
        <a:ext cx="3074495" cy="1106372"/>
      </dsp:txXfrm>
    </dsp:sp>
    <dsp:sp modelId="{A7BEBFFD-6110-4319-95A8-C29731CE30DA}">
      <dsp:nvSpPr>
        <dsp:cNvPr id="0" name=""/>
        <dsp:cNvSpPr/>
      </dsp:nvSpPr>
      <dsp:spPr>
        <a:xfrm>
          <a:off x="4352356" y="2770686"/>
          <a:ext cx="2478606" cy="11063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091" tIns="117091" rIns="117091" bIns="117091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Classify product categories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Extract brand names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Extract product names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Normalize pricing data</a:t>
          </a:r>
        </a:p>
      </dsp:txBody>
      <dsp:txXfrm>
        <a:off x="4352356" y="2770686"/>
        <a:ext cx="2478606" cy="1106372"/>
      </dsp:txXfrm>
    </dsp:sp>
    <dsp:sp modelId="{B1F0767B-ECDF-4404-92C6-8069B813C740}">
      <dsp:nvSpPr>
        <dsp:cNvPr id="0" name=""/>
        <dsp:cNvSpPr/>
      </dsp:nvSpPr>
      <dsp:spPr>
        <a:xfrm>
          <a:off x="0" y="4153652"/>
          <a:ext cx="6832212" cy="110637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F069693-D0C0-48C5-83D8-6599B267481F}">
      <dsp:nvSpPr>
        <dsp:cNvPr id="0" name=""/>
        <dsp:cNvSpPr/>
      </dsp:nvSpPr>
      <dsp:spPr>
        <a:xfrm>
          <a:off x="334677" y="4402586"/>
          <a:ext cx="608505" cy="60850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838BF0-326B-4D16-AD4C-9C8914DD1CBB}">
      <dsp:nvSpPr>
        <dsp:cNvPr id="0" name=""/>
        <dsp:cNvSpPr/>
      </dsp:nvSpPr>
      <dsp:spPr>
        <a:xfrm>
          <a:off x="1277860" y="4153652"/>
          <a:ext cx="3074495" cy="11063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091" tIns="117091" rIns="117091" bIns="117091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Structured Dataset (Load)</a:t>
          </a:r>
        </a:p>
      </dsp:txBody>
      <dsp:txXfrm>
        <a:off x="1277860" y="4153652"/>
        <a:ext cx="3074495" cy="1106372"/>
      </dsp:txXfrm>
    </dsp:sp>
    <dsp:sp modelId="{BEE86EB7-809A-497B-B659-F0B1675D5382}">
      <dsp:nvSpPr>
        <dsp:cNvPr id="0" name=""/>
        <dsp:cNvSpPr/>
      </dsp:nvSpPr>
      <dsp:spPr>
        <a:xfrm>
          <a:off x="4352356" y="4153652"/>
          <a:ext cx="2478606" cy="110637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091" tIns="117091" rIns="117091" bIns="117091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Load into Pandas </a:t>
          </a:r>
          <a:r>
            <a:rPr lang="en-US" sz="1100" kern="1200" dirty="0" err="1"/>
            <a:t>DataFrame</a:t>
          </a:r>
          <a:endParaRPr lang="en-US" sz="1100" kern="1200" dirty="0"/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Integrate text, metadata, and product attributes 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Export to CSV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Create analysis-ready dataset</a:t>
          </a:r>
        </a:p>
      </dsp:txBody>
      <dsp:txXfrm>
        <a:off x="4352356" y="4153652"/>
        <a:ext cx="2478606" cy="110637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4F2CF7A-1079-404C-AB2F-874F9043DD2B}">
      <dsp:nvSpPr>
        <dsp:cNvPr id="0" name=""/>
        <dsp:cNvSpPr/>
      </dsp:nvSpPr>
      <dsp:spPr>
        <a:xfrm>
          <a:off x="4753" y="843178"/>
          <a:ext cx="1420816" cy="20912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Dataset</a:t>
          </a:r>
        </a:p>
      </dsp:txBody>
      <dsp:txXfrm>
        <a:off x="46367" y="884792"/>
        <a:ext cx="1337588" cy="2008036"/>
      </dsp:txXfrm>
    </dsp:sp>
    <dsp:sp modelId="{54B3A301-DFE1-024A-BAC7-D717E4C1B51A}">
      <dsp:nvSpPr>
        <dsp:cNvPr id="0" name=""/>
        <dsp:cNvSpPr/>
      </dsp:nvSpPr>
      <dsp:spPr>
        <a:xfrm>
          <a:off x="1567652" y="1712629"/>
          <a:ext cx="301213" cy="35236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1567652" y="1783101"/>
        <a:ext cx="210849" cy="211418"/>
      </dsp:txXfrm>
    </dsp:sp>
    <dsp:sp modelId="{0D322EDC-0FD0-7043-A67A-2C3C4B8F3266}">
      <dsp:nvSpPr>
        <dsp:cNvPr id="0" name=""/>
        <dsp:cNvSpPr/>
      </dsp:nvSpPr>
      <dsp:spPr>
        <a:xfrm>
          <a:off x="1993897" y="843178"/>
          <a:ext cx="1420816" cy="20912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Sentiment Labeling</a:t>
          </a:r>
        </a:p>
      </dsp:txBody>
      <dsp:txXfrm>
        <a:off x="2035511" y="884792"/>
        <a:ext cx="1337588" cy="2008036"/>
      </dsp:txXfrm>
    </dsp:sp>
    <dsp:sp modelId="{765994CB-A90A-5749-8E5A-C7C8933BCD07}">
      <dsp:nvSpPr>
        <dsp:cNvPr id="0" name=""/>
        <dsp:cNvSpPr/>
      </dsp:nvSpPr>
      <dsp:spPr>
        <a:xfrm>
          <a:off x="3556795" y="1712629"/>
          <a:ext cx="301213" cy="35236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3556795" y="1783101"/>
        <a:ext cx="210849" cy="211418"/>
      </dsp:txXfrm>
    </dsp:sp>
    <dsp:sp modelId="{4E909983-2022-3942-8404-BF59D09210A0}">
      <dsp:nvSpPr>
        <dsp:cNvPr id="0" name=""/>
        <dsp:cNvSpPr/>
      </dsp:nvSpPr>
      <dsp:spPr>
        <a:xfrm>
          <a:off x="3983040" y="843178"/>
          <a:ext cx="1420816" cy="20912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Data Splitting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Training Set (70%)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Validation Set (15%)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Test Set (15%)</a:t>
          </a:r>
        </a:p>
      </dsp:txBody>
      <dsp:txXfrm>
        <a:off x="4024654" y="884792"/>
        <a:ext cx="1337588" cy="200803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7CEFEFA-D9CA-284F-9C09-EACB1B4C2192}">
      <dsp:nvSpPr>
        <dsp:cNvPr id="0" name=""/>
        <dsp:cNvSpPr/>
      </dsp:nvSpPr>
      <dsp:spPr>
        <a:xfrm>
          <a:off x="43" y="62261"/>
          <a:ext cx="4164299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Completed</a:t>
          </a:r>
        </a:p>
      </dsp:txBody>
      <dsp:txXfrm>
        <a:off x="43" y="62261"/>
        <a:ext cx="4164299" cy="633600"/>
      </dsp:txXfrm>
    </dsp:sp>
    <dsp:sp modelId="{2DEEBBF3-C24F-6A44-8F59-7C9286C0F195}">
      <dsp:nvSpPr>
        <dsp:cNvPr id="0" name=""/>
        <dsp:cNvSpPr/>
      </dsp:nvSpPr>
      <dsp:spPr>
        <a:xfrm>
          <a:off x="43" y="695861"/>
          <a:ext cx="4164299" cy="301950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2200" kern="1200" dirty="0"/>
            <a:t>✅ Data source identified and validated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2200" kern="1200" dirty="0"/>
            <a:t>✅ ETL pipeline developed and tested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2200" kern="1200" dirty="0"/>
            <a:t>✅ Dataset profiled and structured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2200" kern="1200" dirty="0"/>
            <a:t>✅ Initial preprocessing completed</a:t>
          </a:r>
        </a:p>
      </dsp:txBody>
      <dsp:txXfrm>
        <a:off x="43" y="695861"/>
        <a:ext cx="4164299" cy="3019500"/>
      </dsp:txXfrm>
    </dsp:sp>
    <dsp:sp modelId="{C38E6105-186D-C943-8517-0F9E5C6B444A}">
      <dsp:nvSpPr>
        <dsp:cNvPr id="0" name=""/>
        <dsp:cNvSpPr/>
      </dsp:nvSpPr>
      <dsp:spPr>
        <a:xfrm>
          <a:off x="4747344" y="62261"/>
          <a:ext cx="4164299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Next Steps</a:t>
          </a:r>
        </a:p>
      </dsp:txBody>
      <dsp:txXfrm>
        <a:off x="4747344" y="62261"/>
        <a:ext cx="4164299" cy="633600"/>
      </dsp:txXfrm>
    </dsp:sp>
    <dsp:sp modelId="{73733732-A519-6F4E-8D59-2325B3EA4749}">
      <dsp:nvSpPr>
        <dsp:cNvPr id="0" name=""/>
        <dsp:cNvSpPr/>
      </dsp:nvSpPr>
      <dsp:spPr>
        <a:xfrm>
          <a:off x="4747344" y="695861"/>
          <a:ext cx="4164299" cy="301950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+mj-lt"/>
            <a:buAutoNum type="arabicPeriod"/>
          </a:pPr>
          <a:r>
            <a:rPr lang="en-US" sz="2200" kern="1200" dirty="0"/>
            <a:t>Complete full dataset collection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+mj-lt"/>
            <a:buAutoNum type="arabicPeriod"/>
          </a:pPr>
          <a:r>
            <a:rPr lang="en-US" sz="2200" kern="1200" dirty="0"/>
            <a:t>Perform exploratory data analysis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+mj-lt"/>
            <a:buAutoNum type="arabicPeriod"/>
          </a:pPr>
          <a:r>
            <a:rPr lang="en-US" sz="2200" kern="1200" dirty="0"/>
            <a:t>Generate sentiment labels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+mj-lt"/>
            <a:buAutoNum type="arabicPeriod"/>
          </a:pPr>
          <a:r>
            <a:rPr lang="en-US" sz="2200" kern="1200" dirty="0"/>
            <a:t>Train and evaluate NLP models</a:t>
          </a:r>
        </a:p>
      </dsp:txBody>
      <dsp:txXfrm>
        <a:off x="4747344" y="695861"/>
        <a:ext cx="4164299" cy="30195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F82D20-900E-6C40-A05F-D83DFCD9E8C9}" type="datetimeFigureOut">
              <a:rPr lang="en-US" smtClean="0"/>
              <a:t>6/24/26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5C8D34-605E-5F4F-8998-DB15DC56D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632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5C8D34-605E-5F4F-8998-DB15DC56D40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7518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5C8D34-605E-5F4F-8998-DB15DC56D40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6202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5C8D34-605E-5F4F-8998-DB15DC56D40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0862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5C8D34-605E-5F4F-8998-DB15DC56D40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3287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5C8D34-605E-5F4F-8998-DB15DC56D40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5653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5C8D34-605E-5F4F-8998-DB15DC56D40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306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5C8D34-605E-5F4F-8998-DB15DC56D40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6599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DF60E-8B57-924B-825F-23BE3BB50F9C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6E28AF00-0B86-A249-BAE9-6A03A51917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242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DF60E-8B57-924B-825F-23BE3BB50F9C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8AF00-0B86-A249-BAE9-6A03A51917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289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DF60E-8B57-924B-825F-23BE3BB50F9C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6E28AF00-0B86-A249-BAE9-6A03A51917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7803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DF60E-8B57-924B-825F-23BE3BB50F9C}" type="datetimeFigureOut">
              <a:rPr lang="en-US" smtClean="0"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6E28AF00-0B86-A249-BAE9-6A03A51917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1506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DF60E-8B57-924B-825F-23BE3BB50F9C}" type="datetimeFigureOut">
              <a:rPr lang="en-US" smtClean="0"/>
              <a:t>6/24/26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6E28AF00-0B86-A249-BAE9-6A03A51917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1081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DF60E-8B57-924B-825F-23BE3BB50F9C}" type="datetimeFigureOut">
              <a:rPr lang="en-US" smtClean="0"/>
              <a:t>6/24/26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8AF00-0B86-A249-BAE9-6A03A51917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145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DF60E-8B57-924B-825F-23BE3BB50F9C}" type="datetimeFigureOut">
              <a:rPr lang="en-US" smtClean="0"/>
              <a:t>6/24/26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8AF00-0B86-A249-BAE9-6A03A51917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5068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DF60E-8B57-924B-825F-23BE3BB50F9C}" type="datetimeFigureOut">
              <a:rPr lang="en-US" smtClean="0"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8AF00-0B86-A249-BAE9-6A03A51917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1400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DF60E-8B57-924B-825F-23BE3BB50F9C}" type="datetimeFigureOut">
              <a:rPr lang="en-US" smtClean="0"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6E28AF00-0B86-A249-BAE9-6A03A51917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8986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DF60E-8B57-924B-825F-23BE3BB50F9C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6E28AF00-0B86-A249-BAE9-6A03A51917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7725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DF60E-8B57-924B-825F-23BE3BB50F9C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6E28AF00-0B86-A249-BAE9-6A03A519170D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6027746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DF60E-8B57-924B-825F-23BE3BB50F9C}" type="datetimeFigureOut">
              <a:rPr lang="en-US" smtClean="0"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6E28AF00-0B86-A249-BAE9-6A03A51917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8003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DF60E-8B57-924B-825F-23BE3BB50F9C}" type="datetimeFigureOut">
              <a:rPr lang="en-US" smtClean="0"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6E28AF00-0B86-A249-BAE9-6A03A519170D}" type="slidenum">
              <a:rPr lang="en-US" smtClean="0"/>
              <a:t>‹#›</a:t>
            </a:fld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67987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DF60E-8B57-924B-825F-23BE3BB50F9C}" type="datetimeFigureOut">
              <a:rPr lang="en-US" smtClean="0"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6E28AF00-0B86-A249-BAE9-6A03A51917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252107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DF60E-8B57-924B-825F-23BE3BB50F9C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8AF00-0B86-A249-BAE9-6A03A51917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68816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DF60E-8B57-924B-825F-23BE3BB50F9C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28AF00-0B86-A249-BAE9-6A03A51917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1735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5DF60E-8B57-924B-825F-23BE3BB50F9C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6E28AF00-0B86-A249-BAE9-6A03A51917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1934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  <p:sldLayoutId id="2147483744" r:id="rId12"/>
    <p:sldLayoutId id="2147483745" r:id="rId13"/>
    <p:sldLayoutId id="2147483746" r:id="rId14"/>
    <p:sldLayoutId id="2147483747" r:id="rId15"/>
    <p:sldLayoutId id="2147483748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nkbike.com/news/tags/reviews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1D210-F303-3E90-5E0C-BB139BBC850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4400" dirty="0">
                <a:solidFill>
                  <a:schemeClr val="tx1"/>
                </a:solidFill>
                <a:ea typeface="+mn-ea"/>
                <a:cs typeface="+mn-cs"/>
              </a:rPr>
              <a:t>Sentiment Intelligence for Mountain Bike Product Reviews: Data Collection, Cleaning, and Preprocessing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F71DB5-6FA4-1572-E257-D1FC641B2E4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DS 785</a:t>
            </a:r>
          </a:p>
          <a:p>
            <a:r>
              <a:rPr lang="en-US" dirty="0"/>
              <a:t>Austin Engstrom</a:t>
            </a:r>
          </a:p>
          <a:p>
            <a:r>
              <a:rPr lang="en-US" dirty="0"/>
              <a:t>June 2026</a:t>
            </a:r>
          </a:p>
        </p:txBody>
      </p:sp>
    </p:spTree>
    <p:extLst>
      <p:ext uri="{BB962C8B-B14F-4D97-AF65-F5344CB8AC3E}">
        <p14:creationId xmlns:p14="http://schemas.microsoft.com/office/powerpoint/2010/main" val="2101489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7398C59F-5A18-487B-91D6-B955AACF2E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557FAFE-C7C3-47EC-A4F5-9B21663192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95BC28FB-3882-4674-9D79-EA58BEB7C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9C6EC892-83F9-402F-8552-0AD7C0556E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18387766-037C-4EF0-8471-D19CBF2A43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1E364F38-6F3A-476A-93E6-962EA817C4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35C335A4-1E67-4293-8BE2-DFB085D4FB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9A8A0F10-2C98-4297-9F92-5D95533927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C3B112A3-006E-4008-A778-DB5F6A09D5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E5E62767-5C25-4C49-9568-432433A3C5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598EC006-77B1-42BA-B815-66CCB9B170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A144ED09-DA06-491D-95A8-AB3DED4329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1CB00BD2-11CD-4A38-8F38-02B0D1105E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20234FB-542E-4550-9C2F-1B56FD41A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</p:grpSpPr>
        <p:sp>
          <p:nvSpPr>
            <p:cNvPr id="57" name="Freeform 27">
              <a:extLst>
                <a:ext uri="{FF2B5EF4-FFF2-40B4-BE49-F238E27FC236}">
                  <a16:creationId xmlns:a16="http://schemas.microsoft.com/office/drawing/2014/main" id="{41FCE1F3-DEB3-47CD-90FF-7DABB4AF45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28">
              <a:extLst>
                <a:ext uri="{FF2B5EF4-FFF2-40B4-BE49-F238E27FC236}">
                  <a16:creationId xmlns:a16="http://schemas.microsoft.com/office/drawing/2014/main" id="{5708E488-C19B-452C-B197-6F1C34F6E7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29">
              <a:extLst>
                <a:ext uri="{FF2B5EF4-FFF2-40B4-BE49-F238E27FC236}">
                  <a16:creationId xmlns:a16="http://schemas.microsoft.com/office/drawing/2014/main" id="{89D3FD25-890E-4981-A71D-EE796873D7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30">
              <a:extLst>
                <a:ext uri="{FF2B5EF4-FFF2-40B4-BE49-F238E27FC236}">
                  <a16:creationId xmlns:a16="http://schemas.microsoft.com/office/drawing/2014/main" id="{51B5414C-556A-47CB-8EE2-974A85A7A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31">
              <a:extLst>
                <a:ext uri="{FF2B5EF4-FFF2-40B4-BE49-F238E27FC236}">
                  <a16:creationId xmlns:a16="http://schemas.microsoft.com/office/drawing/2014/main" id="{1C02B20C-2B27-4B75-8AEE-A5D2E2674B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32">
              <a:extLst>
                <a:ext uri="{FF2B5EF4-FFF2-40B4-BE49-F238E27FC236}">
                  <a16:creationId xmlns:a16="http://schemas.microsoft.com/office/drawing/2014/main" id="{54427714-F9AA-4F93-BD1D-400F1EA93F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33">
              <a:extLst>
                <a:ext uri="{FF2B5EF4-FFF2-40B4-BE49-F238E27FC236}">
                  <a16:creationId xmlns:a16="http://schemas.microsoft.com/office/drawing/2014/main" id="{28A77D6A-9E81-497F-ABCC-2695BB5ADD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34">
              <a:extLst>
                <a:ext uri="{FF2B5EF4-FFF2-40B4-BE49-F238E27FC236}">
                  <a16:creationId xmlns:a16="http://schemas.microsoft.com/office/drawing/2014/main" id="{2A1533BA-1478-4F7C-8E24-3F3E905050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35">
              <a:extLst>
                <a:ext uri="{FF2B5EF4-FFF2-40B4-BE49-F238E27FC236}">
                  <a16:creationId xmlns:a16="http://schemas.microsoft.com/office/drawing/2014/main" id="{39686201-E633-40FD-A80A-1E28AD52E3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36">
              <a:extLst>
                <a:ext uri="{FF2B5EF4-FFF2-40B4-BE49-F238E27FC236}">
                  <a16:creationId xmlns:a16="http://schemas.microsoft.com/office/drawing/2014/main" id="{76A215C2-F590-4938-810B-F8A79366CE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37">
              <a:extLst>
                <a:ext uri="{FF2B5EF4-FFF2-40B4-BE49-F238E27FC236}">
                  <a16:creationId xmlns:a16="http://schemas.microsoft.com/office/drawing/2014/main" id="{85F418E7-330D-4002-8EC8-33C1A897FF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38">
              <a:extLst>
                <a:ext uri="{FF2B5EF4-FFF2-40B4-BE49-F238E27FC236}">
                  <a16:creationId xmlns:a16="http://schemas.microsoft.com/office/drawing/2014/main" id="{8FFE669A-54C9-4436-9566-C5A90F16DB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9" name="Rectangle 68">
            <a:extLst>
              <a:ext uri="{FF2B5EF4-FFF2-40B4-BE49-F238E27FC236}">
                <a16:creationId xmlns:a16="http://schemas.microsoft.com/office/drawing/2014/main" id="{DE91395A-2D18-4AF6-A0AC-AAA7189FE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70" name="Freeform 11">
            <a:extLst>
              <a:ext uri="{FF2B5EF4-FFF2-40B4-BE49-F238E27FC236}">
                <a16:creationId xmlns:a16="http://schemas.microsoft.com/office/drawing/2014/main" id="{A57352BE-A213-4040-BE8E-D4A925AD9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21EA46-3EBC-5A59-F2A8-3BB0F044B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7669" y="624110"/>
            <a:ext cx="4137059" cy="128089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Data Source Identification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E545A4-D84C-89C2-1B96-C1B728BF47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683956" y="2133600"/>
            <a:ext cx="4140772" cy="3777622"/>
          </a:xfr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Primary Data Source</a:t>
            </a:r>
            <a:endParaRPr lang="en-US" sz="1200" dirty="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900" dirty="0">
                <a:solidFill>
                  <a:schemeClr val="tx1"/>
                </a:solidFill>
              </a:rPr>
              <a:t>Pinkbike Review Articles </a:t>
            </a:r>
          </a:p>
          <a:p>
            <a:pPr>
              <a:lnSpc>
                <a:spcPct val="90000"/>
              </a:lnSpc>
            </a:pPr>
            <a:r>
              <a:rPr lang="en-US" sz="900" dirty="0">
                <a:solidFill>
                  <a:schemeClr val="tx1"/>
                </a:solidFill>
                <a:hlinkClick r:id="rId3"/>
              </a:rPr>
              <a:t>https://www.pinkbike.com/news/tags/reviews/</a:t>
            </a:r>
            <a:r>
              <a:rPr lang="en-US" sz="900" dirty="0">
                <a:solidFill>
                  <a:schemeClr val="tx1"/>
                </a:solidFill>
              </a:rPr>
              <a:t> </a:t>
            </a:r>
          </a:p>
          <a:p>
            <a:pPr>
              <a:lnSpc>
                <a:spcPct val="90000"/>
              </a:lnSpc>
            </a:pPr>
            <a:r>
              <a:rPr lang="en-US" sz="900" dirty="0">
                <a:solidFill>
                  <a:schemeClr val="tx1"/>
                </a:solidFill>
              </a:rPr>
              <a:t>~300 review article URLs identified</a:t>
            </a:r>
          </a:p>
          <a:p>
            <a:pPr>
              <a:lnSpc>
                <a:spcPct val="90000"/>
              </a:lnSpc>
            </a:pPr>
            <a:r>
              <a:rPr lang="en-US" sz="900" dirty="0">
                <a:solidFill>
                  <a:schemeClr val="tx1"/>
                </a:solidFill>
              </a:rPr>
              <a:t>One of the largest mountain bike media outlets</a:t>
            </a:r>
          </a:p>
          <a:p>
            <a:pPr>
              <a:lnSpc>
                <a:spcPct val="90000"/>
              </a:lnSpc>
            </a:pPr>
            <a:r>
              <a:rPr lang="en-US" sz="900" dirty="0">
                <a:solidFill>
                  <a:schemeClr val="tx1"/>
                </a:solidFill>
              </a:rPr>
              <a:t>Publicly accessible review content 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Data Collected</a:t>
            </a:r>
            <a:endParaRPr lang="en-US" sz="1200" dirty="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900" dirty="0">
                <a:solidFill>
                  <a:schemeClr val="tx1"/>
                </a:solidFill>
              </a:rPr>
              <a:t>Article metadata </a:t>
            </a:r>
          </a:p>
          <a:p>
            <a:pPr>
              <a:lnSpc>
                <a:spcPct val="90000"/>
              </a:lnSpc>
            </a:pPr>
            <a:r>
              <a:rPr lang="en-US" sz="900" dirty="0">
                <a:solidFill>
                  <a:schemeClr val="tx1"/>
                </a:solidFill>
              </a:rPr>
              <a:t>Full review text </a:t>
            </a:r>
          </a:p>
          <a:p>
            <a:pPr>
              <a:lnSpc>
                <a:spcPct val="90000"/>
              </a:lnSpc>
            </a:pPr>
            <a:r>
              <a:rPr lang="en-US" sz="900" dirty="0">
                <a:solidFill>
                  <a:schemeClr val="tx1"/>
                </a:solidFill>
              </a:rPr>
              <a:t>Product information </a:t>
            </a:r>
          </a:p>
          <a:p>
            <a:pPr>
              <a:lnSpc>
                <a:spcPct val="90000"/>
              </a:lnSpc>
            </a:pPr>
            <a:r>
              <a:rPr lang="en-US" sz="900" dirty="0">
                <a:solidFill>
                  <a:schemeClr val="tx1"/>
                </a:solidFill>
              </a:rPr>
              <a:t>Pricing data </a:t>
            </a:r>
          </a:p>
          <a:p>
            <a:pPr>
              <a:lnSpc>
                <a:spcPct val="90000"/>
              </a:lnSpc>
            </a:pPr>
            <a:r>
              <a:rPr lang="en-US" sz="900" dirty="0">
                <a:solidFill>
                  <a:schemeClr val="tx1"/>
                </a:solidFill>
              </a:rPr>
              <a:t>Product categories and tags 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200" b="1" dirty="0">
                <a:solidFill>
                  <a:schemeClr val="tx1"/>
                </a:solidFill>
              </a:rPr>
              <a:t>Use Considerations</a:t>
            </a:r>
            <a:endParaRPr lang="en-US" sz="1200" dirty="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900" dirty="0">
                <a:solidFill>
                  <a:schemeClr val="tx1"/>
                </a:solidFill>
              </a:rPr>
              <a:t>Publicly available content </a:t>
            </a:r>
          </a:p>
          <a:p>
            <a:pPr>
              <a:lnSpc>
                <a:spcPct val="90000"/>
              </a:lnSpc>
            </a:pPr>
            <a:r>
              <a:rPr lang="en-US" sz="900" dirty="0">
                <a:solidFill>
                  <a:schemeClr val="tx1"/>
                </a:solidFill>
              </a:rPr>
              <a:t>Educational and non-commercial research use</a:t>
            </a:r>
          </a:p>
          <a:p>
            <a:pPr>
              <a:lnSpc>
                <a:spcPct val="90000"/>
              </a:lnSpc>
            </a:pPr>
            <a:r>
              <a:rPr lang="en-US" sz="900" dirty="0">
                <a:solidFill>
                  <a:schemeClr val="tx1"/>
                </a:solidFill>
              </a:rPr>
              <a:t>No collection of personal user data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D793DF7-B186-54DD-7C77-34DA0DA58E7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rcRect r="-1" b="6967"/>
          <a:stretch>
            <a:fillRect/>
          </a:stretch>
        </p:blipFill>
        <p:spPr>
          <a:xfrm>
            <a:off x="6091916" y="10"/>
            <a:ext cx="6100084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3910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183CFBA6-CE65-403A-9402-96B75FC899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" y="228600"/>
            <a:ext cx="2851523" cy="6638625"/>
            <a:chOff x="2487613" y="285750"/>
            <a:chExt cx="2428875" cy="5654676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59AF335C-09EE-4959-A2C9-B32F3C6C1D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94CCE8C7-E8BB-47EB-BBC7-5E8948F89F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2665878D-6479-49F4-BD1C-D1BE63CABA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C6400AEB-4991-4E07-8599-C36A9E354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0C2AEB7A-70D9-4DE7-B97A-0325DBC9F2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FC03DDD2-9CC7-40B7-A632-50BF3E3F6A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7F0B3262-F0EC-44D3-AA37-9552D248C7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1839BD80-9BF2-49B4-BB03-B5AAB359BF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>
              <a:extLst>
                <a:ext uri="{FF2B5EF4-FFF2-40B4-BE49-F238E27FC236}">
                  <a16:creationId xmlns:a16="http://schemas.microsoft.com/office/drawing/2014/main" id="{BDC00C45-9216-4702-A31A-391B1D89C4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5FB0F70F-34B9-4938-B487-312A0BF0E0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791D1EE1-5A08-47A7-8D44-0940DEF5B4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E04F3404-E41A-43F9-AC45-52EB0874B4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1BC7BDB-967A-4559-AA14-041BCB872D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224" y="-786"/>
            <a:ext cx="2356675" cy="6854040"/>
            <a:chOff x="6627813" y="194833"/>
            <a:chExt cx="1952625" cy="5678918"/>
          </a:xfrm>
        </p:grpSpPr>
        <p:sp>
          <p:nvSpPr>
            <p:cNvPr id="25" name="Freeform 27">
              <a:extLst>
                <a:ext uri="{FF2B5EF4-FFF2-40B4-BE49-F238E27FC236}">
                  <a16:creationId xmlns:a16="http://schemas.microsoft.com/office/drawing/2014/main" id="{A39F46EA-3E4A-46CA-BCB8-CA695ED3F4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8">
              <a:extLst>
                <a:ext uri="{FF2B5EF4-FFF2-40B4-BE49-F238E27FC236}">
                  <a16:creationId xmlns:a16="http://schemas.microsoft.com/office/drawing/2014/main" id="{491A4A32-7F8C-4CA7-9281-9761F03571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9">
              <a:extLst>
                <a:ext uri="{FF2B5EF4-FFF2-40B4-BE49-F238E27FC236}">
                  <a16:creationId xmlns:a16="http://schemas.microsoft.com/office/drawing/2014/main" id="{46B02D76-3CD9-4DF5-A3AD-793E7204E0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30">
              <a:extLst>
                <a:ext uri="{FF2B5EF4-FFF2-40B4-BE49-F238E27FC236}">
                  <a16:creationId xmlns:a16="http://schemas.microsoft.com/office/drawing/2014/main" id="{E579A2FB-E98B-4144-9D52-3A72BD8D1B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31">
              <a:extLst>
                <a:ext uri="{FF2B5EF4-FFF2-40B4-BE49-F238E27FC236}">
                  <a16:creationId xmlns:a16="http://schemas.microsoft.com/office/drawing/2014/main" id="{65E500DD-EB71-44B5-A2FA-88E9964357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32">
              <a:extLst>
                <a:ext uri="{FF2B5EF4-FFF2-40B4-BE49-F238E27FC236}">
                  <a16:creationId xmlns:a16="http://schemas.microsoft.com/office/drawing/2014/main" id="{04D6AAD6-45AE-454A-9206-8B90E8A264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3">
              <a:extLst>
                <a:ext uri="{FF2B5EF4-FFF2-40B4-BE49-F238E27FC236}">
                  <a16:creationId xmlns:a16="http://schemas.microsoft.com/office/drawing/2014/main" id="{F7399B13-8510-45F6-98C4-0F14C0B378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4">
              <a:extLst>
                <a:ext uri="{FF2B5EF4-FFF2-40B4-BE49-F238E27FC236}">
                  <a16:creationId xmlns:a16="http://schemas.microsoft.com/office/drawing/2014/main" id="{CA595445-6A38-4465-9A5D-9705388D93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5">
              <a:extLst>
                <a:ext uri="{FF2B5EF4-FFF2-40B4-BE49-F238E27FC236}">
                  <a16:creationId xmlns:a16="http://schemas.microsoft.com/office/drawing/2014/main" id="{21D40BAF-4AE0-46F4-BD65-057F0DC668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6">
              <a:extLst>
                <a:ext uri="{FF2B5EF4-FFF2-40B4-BE49-F238E27FC236}">
                  <a16:creationId xmlns:a16="http://schemas.microsoft.com/office/drawing/2014/main" id="{B17F2D73-16DF-4138-B72D-E5B204717A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7">
              <a:extLst>
                <a:ext uri="{FF2B5EF4-FFF2-40B4-BE49-F238E27FC236}">
                  <a16:creationId xmlns:a16="http://schemas.microsoft.com/office/drawing/2014/main" id="{DB8ABBC2-6C0C-4F6E-97EB-55B3B7B2F3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38">
              <a:extLst>
                <a:ext uri="{FF2B5EF4-FFF2-40B4-BE49-F238E27FC236}">
                  <a16:creationId xmlns:a16="http://schemas.microsoft.com/office/drawing/2014/main" id="{7A49885E-6B05-41B6-B47F-9D24456FE7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BDADA868-08FE-425A-AEF9-B622F93730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0" name="Freeform 11">
            <a:extLst>
              <a:ext uri="{FF2B5EF4-FFF2-40B4-BE49-F238E27FC236}">
                <a16:creationId xmlns:a16="http://schemas.microsoft.com/office/drawing/2014/main" id="{4AE17B7F-6C2F-42A9-946F-8FF49617D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3D9AEEE-1CCD-43C0-BA3E-16D60A6E23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05907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FD34EB-6118-68D1-3C8B-D50D206D0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893" y="3101093"/>
            <a:ext cx="2454052" cy="302934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>
                <a:solidFill>
                  <a:schemeClr val="bg1"/>
                </a:solidFill>
              </a:rPr>
              <a:t>ETL Process</a:t>
            </a:r>
          </a:p>
        </p:txBody>
      </p:sp>
      <p:sp>
        <p:nvSpPr>
          <p:cNvPr id="44" name="Freeform 11">
            <a:extLst>
              <a:ext uri="{FF2B5EF4-FFF2-40B4-BE49-F238E27FC236}">
                <a16:creationId xmlns:a16="http://schemas.microsoft.com/office/drawing/2014/main" id="{60F880A6-33D3-4EEC-A780-B73559B9F2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159" y="3179901"/>
            <a:ext cx="1098194" cy="514066"/>
          </a:xfrm>
          <a:custGeom>
            <a:avLst/>
            <a:gdLst>
              <a:gd name="connsiteX0" fmla="*/ 10000 w 10044"/>
              <a:gd name="connsiteY0" fmla="*/ 4701 h 9966"/>
              <a:gd name="connsiteX1" fmla="*/ 8559 w 10044"/>
              <a:gd name="connsiteY1" fmla="*/ 188 h 9966"/>
              <a:gd name="connsiteX2" fmla="*/ 8527 w 10044"/>
              <a:gd name="connsiteY2" fmla="*/ 94 h 9966"/>
              <a:gd name="connsiteX3" fmla="*/ 8438 w 10044"/>
              <a:gd name="connsiteY3" fmla="*/ 0 h 9966"/>
              <a:gd name="connsiteX4" fmla="*/ 7867 w 10044"/>
              <a:gd name="connsiteY4" fmla="*/ 0 h 9966"/>
              <a:gd name="connsiteX5" fmla="*/ 0 w 10044"/>
              <a:gd name="connsiteY5" fmla="*/ 70 h 9966"/>
              <a:gd name="connsiteX6" fmla="*/ 3132 w 10044"/>
              <a:gd name="connsiteY6" fmla="*/ 9763 h 9966"/>
              <a:gd name="connsiteX7" fmla="*/ 7867 w 10044"/>
              <a:gd name="connsiteY7" fmla="*/ 9966 h 9966"/>
              <a:gd name="connsiteX8" fmla="*/ 8438 w 10044"/>
              <a:gd name="connsiteY8" fmla="*/ 9966 h 9966"/>
              <a:gd name="connsiteX9" fmla="*/ 8527 w 10044"/>
              <a:gd name="connsiteY9" fmla="*/ 9872 h 9966"/>
              <a:gd name="connsiteX10" fmla="*/ 8559 w 10044"/>
              <a:gd name="connsiteY10" fmla="*/ 9778 h 9966"/>
              <a:gd name="connsiteX11" fmla="*/ 10000 w 10044"/>
              <a:gd name="connsiteY11" fmla="*/ 5265 h 9966"/>
              <a:gd name="connsiteX12" fmla="*/ 10000 w 10044"/>
              <a:gd name="connsiteY12" fmla="*/ 4701 h 9966"/>
              <a:gd name="connsiteX0" fmla="*/ 6839 w 6883"/>
              <a:gd name="connsiteY0" fmla="*/ 4885 h 10168"/>
              <a:gd name="connsiteX1" fmla="*/ 5405 w 6883"/>
              <a:gd name="connsiteY1" fmla="*/ 357 h 10168"/>
              <a:gd name="connsiteX2" fmla="*/ 5373 w 6883"/>
              <a:gd name="connsiteY2" fmla="*/ 262 h 10168"/>
              <a:gd name="connsiteX3" fmla="*/ 5284 w 6883"/>
              <a:gd name="connsiteY3" fmla="*/ 168 h 10168"/>
              <a:gd name="connsiteX4" fmla="*/ 4716 w 6883"/>
              <a:gd name="connsiteY4" fmla="*/ 168 h 10168"/>
              <a:gd name="connsiteX5" fmla="*/ 50 w 6883"/>
              <a:gd name="connsiteY5" fmla="*/ 0 h 10168"/>
              <a:gd name="connsiteX6" fmla="*/ 1 w 6883"/>
              <a:gd name="connsiteY6" fmla="*/ 9964 h 10168"/>
              <a:gd name="connsiteX7" fmla="*/ 4716 w 6883"/>
              <a:gd name="connsiteY7" fmla="*/ 10168 h 10168"/>
              <a:gd name="connsiteX8" fmla="*/ 5284 w 6883"/>
              <a:gd name="connsiteY8" fmla="*/ 10168 h 10168"/>
              <a:gd name="connsiteX9" fmla="*/ 5373 w 6883"/>
              <a:gd name="connsiteY9" fmla="*/ 10074 h 10168"/>
              <a:gd name="connsiteX10" fmla="*/ 5405 w 6883"/>
              <a:gd name="connsiteY10" fmla="*/ 9979 h 10168"/>
              <a:gd name="connsiteX11" fmla="*/ 6839 w 6883"/>
              <a:gd name="connsiteY11" fmla="*/ 5451 h 10168"/>
              <a:gd name="connsiteX12" fmla="*/ 6839 w 6883"/>
              <a:gd name="connsiteY12" fmla="*/ 4885 h 101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83" h="10168">
                <a:moveTo>
                  <a:pt x="6839" y="4885"/>
                </a:moveTo>
                <a:lnTo>
                  <a:pt x="5405" y="357"/>
                </a:lnTo>
                <a:cubicBezTo>
                  <a:pt x="5395" y="325"/>
                  <a:pt x="5383" y="294"/>
                  <a:pt x="5373" y="262"/>
                </a:cubicBezTo>
                <a:cubicBezTo>
                  <a:pt x="5344" y="168"/>
                  <a:pt x="5314" y="168"/>
                  <a:pt x="5284" y="168"/>
                </a:cubicBezTo>
                <a:lnTo>
                  <a:pt x="4716" y="168"/>
                </a:lnTo>
                <a:lnTo>
                  <a:pt x="50" y="0"/>
                </a:lnTo>
                <a:cubicBezTo>
                  <a:pt x="59" y="3322"/>
                  <a:pt x="-8" y="6643"/>
                  <a:pt x="1" y="9964"/>
                </a:cubicBezTo>
                <a:lnTo>
                  <a:pt x="4716" y="10168"/>
                </a:lnTo>
                <a:lnTo>
                  <a:pt x="5284" y="10168"/>
                </a:lnTo>
                <a:cubicBezTo>
                  <a:pt x="5314" y="10168"/>
                  <a:pt x="5344" y="10074"/>
                  <a:pt x="5373" y="10074"/>
                </a:cubicBezTo>
                <a:cubicBezTo>
                  <a:pt x="5373" y="9979"/>
                  <a:pt x="5405" y="9979"/>
                  <a:pt x="5405" y="9979"/>
                </a:cubicBezTo>
                <a:lnTo>
                  <a:pt x="6839" y="5451"/>
                </a:lnTo>
                <a:cubicBezTo>
                  <a:pt x="6898" y="5262"/>
                  <a:pt x="6898" y="5074"/>
                  <a:pt x="6839" y="488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2C6246ED-0535-4496-A8F6-1E80CC4E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95736" y="0"/>
            <a:ext cx="739626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F823867-C074-10BE-3E94-75370AFCD5A0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866358838"/>
              </p:ext>
            </p:extLst>
          </p:nvPr>
        </p:nvGraphicFramePr>
        <p:xfrm>
          <a:off x="4713144" y="641551"/>
          <a:ext cx="6832212" cy="526477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9961120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0B37B7-8AB7-DC91-E7E9-598D62716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 Data Profiling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F0B66F-B3C2-52F8-F4DA-B6A9DD0D58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782136" y="2125663"/>
            <a:ext cx="4313864" cy="3777622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Dataset Characteristics</a:t>
            </a:r>
            <a:endParaRPr lang="en-US" dirty="0"/>
          </a:p>
          <a:p>
            <a:r>
              <a:rPr lang="en-US" dirty="0"/>
              <a:t>~300 review article URLs identified </a:t>
            </a:r>
          </a:p>
          <a:p>
            <a:r>
              <a:rPr lang="en-US" dirty="0"/>
              <a:t>Long-form review content </a:t>
            </a:r>
          </a:p>
          <a:p>
            <a:r>
              <a:rPr lang="en-US" dirty="0"/>
              <a:t>Structured and unstructured variables </a:t>
            </a:r>
          </a:p>
          <a:p>
            <a:r>
              <a:rPr lang="en-US" dirty="0"/>
              <a:t>Multiple product categories </a:t>
            </a:r>
          </a:p>
          <a:p>
            <a:pPr marL="0" indent="0">
              <a:buNone/>
            </a:pPr>
            <a:r>
              <a:rPr lang="en-US" b="1" dirty="0"/>
              <a:t>Profiled Attributes</a:t>
            </a:r>
            <a:endParaRPr lang="en-US" dirty="0"/>
          </a:p>
          <a:p>
            <a:r>
              <a:rPr lang="en-US" dirty="0"/>
              <a:t>Completeness of extracted fields </a:t>
            </a:r>
          </a:p>
          <a:p>
            <a:r>
              <a:rPr lang="en-US" dirty="0"/>
              <a:t>Text length distribution </a:t>
            </a:r>
          </a:p>
          <a:p>
            <a:r>
              <a:rPr lang="en-US" dirty="0"/>
              <a:t>Product category distribution</a:t>
            </a:r>
          </a:p>
          <a:p>
            <a:r>
              <a:rPr lang="en-US" dirty="0"/>
              <a:t>Missing pricing information</a:t>
            </a:r>
          </a:p>
          <a:p>
            <a:endParaRPr lang="en-US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AA4F4FB1-942F-CFB7-7FA9-EBFA7A764EAB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188305610"/>
              </p:ext>
            </p:extLst>
          </p:nvPr>
        </p:nvGraphicFramePr>
        <p:xfrm>
          <a:off x="6096000" y="2125663"/>
          <a:ext cx="5408614" cy="3134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07">
                  <a:extLst>
                    <a:ext uri="{9D8B030D-6E8A-4147-A177-3AD203B41FA5}">
                      <a16:colId xmlns:a16="http://schemas.microsoft.com/office/drawing/2014/main" val="1179978599"/>
                    </a:ext>
                  </a:extLst>
                </a:gridCol>
                <a:gridCol w="2704307">
                  <a:extLst>
                    <a:ext uri="{9D8B030D-6E8A-4147-A177-3AD203B41FA5}">
                      <a16:colId xmlns:a16="http://schemas.microsoft.com/office/drawing/2014/main" val="22686536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Dataset 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Example Fields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3841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Metadata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title, author, </a:t>
                      </a:r>
                      <a:r>
                        <a:rPr lang="en-US" dirty="0" err="1"/>
                        <a:t>publish_date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44160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Product Info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brand, </a:t>
                      </a:r>
                      <a:r>
                        <a:rPr lang="en-US" dirty="0" err="1"/>
                        <a:t>product_name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80013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product_category</a:t>
                      </a:r>
                      <a:r>
                        <a:rPr lang="en-US" dirty="0"/>
                        <a:t>, </a:t>
                      </a:r>
                      <a:r>
                        <a:rPr lang="en-US" dirty="0" err="1"/>
                        <a:t>product_subcategory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81792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Pricing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retail_price</a:t>
                      </a:r>
                      <a:r>
                        <a:rPr lang="en-US" dirty="0"/>
                        <a:t>, currency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81753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Content 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article_text_length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04777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Review 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article_text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46309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5896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8074D-EEE8-5525-FAB2-9B6750CD5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Cleaning &amp; Preprocessing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3328FB-E05B-20A2-A239-469B9AD13AC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sz="2400" b="1" dirty="0"/>
              <a:t>Cleaning Activities</a:t>
            </a:r>
          </a:p>
          <a:p>
            <a:pPr marL="0" indent="0">
              <a:buNone/>
            </a:pPr>
            <a:r>
              <a:rPr lang="en-US" b="1" dirty="0"/>
              <a:t>Data Cleaning</a:t>
            </a:r>
            <a:endParaRPr lang="en-US" dirty="0"/>
          </a:p>
          <a:p>
            <a:r>
              <a:rPr lang="en-US" dirty="0"/>
              <a:t>Removed HTML and page formatting elements </a:t>
            </a:r>
          </a:p>
          <a:p>
            <a:r>
              <a:rPr lang="en-US" dirty="0"/>
              <a:t>Standardized publication date formats </a:t>
            </a:r>
          </a:p>
          <a:p>
            <a:r>
              <a:rPr lang="en-US" dirty="0"/>
              <a:t>Normalized retail pricing values </a:t>
            </a:r>
          </a:p>
          <a:p>
            <a:r>
              <a:rPr lang="en-US" dirty="0"/>
              <a:t>Removed duplicate records </a:t>
            </a:r>
          </a:p>
          <a:p>
            <a:pPr marL="0" indent="0">
              <a:buNone/>
            </a:pPr>
            <a:r>
              <a:rPr lang="en-US" b="1" dirty="0"/>
              <a:t>Formatting &amp; Consistency</a:t>
            </a:r>
            <a:endParaRPr lang="en-US" dirty="0"/>
          </a:p>
          <a:p>
            <a:r>
              <a:rPr lang="en-US" dirty="0"/>
              <a:t>Extracted product categories and subcategories</a:t>
            </a:r>
            <a:endParaRPr lang="en-US" b="1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Extracted brand and product names</a:t>
            </a:r>
          </a:p>
          <a:p>
            <a:r>
              <a:rPr lang="en-US" dirty="0">
                <a:solidFill>
                  <a:schemeClr val="tx1"/>
                </a:solidFill>
              </a:rPr>
              <a:t>Normalized currency values</a:t>
            </a:r>
          </a:p>
          <a:p>
            <a:r>
              <a:rPr lang="en-US" dirty="0">
                <a:solidFill>
                  <a:schemeClr val="tx1"/>
                </a:solidFill>
              </a:rPr>
              <a:t>Standardized publication dates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1E05F3-B2CF-9E64-3608-A8728F78A01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sz="2400" b="1" dirty="0"/>
              <a:t>Preprocessing Activities</a:t>
            </a:r>
          </a:p>
          <a:p>
            <a:pPr marL="0" indent="0">
              <a:buNone/>
            </a:pPr>
            <a:r>
              <a:rPr lang="en-US" b="1" dirty="0"/>
              <a:t>Missing Data Handling</a:t>
            </a:r>
            <a:endParaRPr lang="en-US" dirty="0"/>
          </a:p>
          <a:p>
            <a:r>
              <a:rPr lang="en-US" dirty="0"/>
              <a:t>Missing price retained as null values</a:t>
            </a:r>
          </a:p>
          <a:p>
            <a:r>
              <a:rPr lang="en-US" dirty="0"/>
              <a:t>Missing values identified during profiling</a:t>
            </a:r>
          </a:p>
          <a:p>
            <a:r>
              <a:rPr lang="en-US" dirty="0"/>
              <a:t>Data completeness evaluated by field</a:t>
            </a:r>
          </a:p>
          <a:p>
            <a:pPr marL="0" indent="0">
              <a:buNone/>
            </a:pPr>
            <a:r>
              <a:rPr lang="en-US" b="1" dirty="0"/>
              <a:t>Variable Reduction</a:t>
            </a:r>
            <a:endParaRPr lang="en-US" dirty="0"/>
          </a:p>
          <a:p>
            <a:r>
              <a:rPr lang="en-US" dirty="0"/>
              <a:t>Removed navigation content </a:t>
            </a:r>
          </a:p>
          <a:p>
            <a:r>
              <a:rPr lang="en-US" dirty="0"/>
              <a:t>Removed advertising elements </a:t>
            </a:r>
          </a:p>
          <a:p>
            <a:r>
              <a:rPr lang="en-US" dirty="0"/>
              <a:t>Removed non-review webpage content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8707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FB485-42E0-81DE-2FA3-C0C613C5E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Preparation Strategy</a:t>
            </a:r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CA45857F-B62D-4056-4A20-66D926FED66C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809733150"/>
              </p:ext>
            </p:extLst>
          </p:nvPr>
        </p:nvGraphicFramePr>
        <p:xfrm>
          <a:off x="6096000" y="2126222"/>
          <a:ext cx="5408611" cy="37776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0C94967-59CE-5734-4EF9-5B10780682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3506788" cy="377762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Encoding &amp; Normalization</a:t>
            </a:r>
          </a:p>
          <a:p>
            <a:r>
              <a:rPr lang="en-US" dirty="0"/>
              <a:t>Product categories encoded for modeling</a:t>
            </a:r>
          </a:p>
          <a:p>
            <a:r>
              <a:rPr lang="en-US" dirty="0"/>
              <a:t>Brand information encoded as categorical features</a:t>
            </a:r>
          </a:p>
          <a:p>
            <a:r>
              <a:rPr lang="en-US" dirty="0"/>
              <a:t>Retail pricing normalized during preprocessing</a:t>
            </a:r>
          </a:p>
          <a:p>
            <a:pPr marL="0" indent="0">
              <a:buNone/>
            </a:pPr>
            <a:r>
              <a:rPr lang="en-US" b="1" dirty="0"/>
              <a:t>Class Balance</a:t>
            </a:r>
          </a:p>
          <a:p>
            <a:r>
              <a:rPr lang="en-US" dirty="0"/>
              <a:t>Evaluated after sentiment labels are assigned</a:t>
            </a:r>
          </a:p>
          <a:p>
            <a:r>
              <a:rPr lang="en-US" dirty="0"/>
              <a:t>Class weighting considered if needed</a:t>
            </a:r>
          </a:p>
        </p:txBody>
      </p:sp>
    </p:spTree>
    <p:extLst>
      <p:ext uri="{BB962C8B-B14F-4D97-AF65-F5344CB8AC3E}">
        <p14:creationId xmlns:p14="http://schemas.microsoft.com/office/powerpoint/2010/main" val="383051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3168CB-F5D2-71AD-86F1-1DC2A381C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&amp; Next Steps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33317D82-1CB5-0CC5-394B-3F45B4CA575D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910354242"/>
              </p:ext>
            </p:extLst>
          </p:nvPr>
        </p:nvGraphicFramePr>
        <p:xfrm>
          <a:off x="2592924" y="2126222"/>
          <a:ext cx="8911687" cy="37776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816800958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174</TotalTime>
  <Words>429</Words>
  <Application>Microsoft Macintosh PowerPoint</Application>
  <PresentationFormat>Widescreen</PresentationFormat>
  <Paragraphs>119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Arial</vt:lpstr>
      <vt:lpstr>Century Gothic</vt:lpstr>
      <vt:lpstr>Wingdings 3</vt:lpstr>
      <vt:lpstr>Wisp</vt:lpstr>
      <vt:lpstr>Sentiment Intelligence for Mountain Bike Product Reviews: Data Collection, Cleaning, and Preprocessing</vt:lpstr>
      <vt:lpstr>Data Source Identification</vt:lpstr>
      <vt:lpstr>ETL Process</vt:lpstr>
      <vt:lpstr>Initial Data Profiling</vt:lpstr>
      <vt:lpstr>Data Cleaning &amp; Preprocessing</vt:lpstr>
      <vt:lpstr>Model Preparation Strategy</vt:lpstr>
      <vt:lpstr>Conclusion &amp; 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Austin Engstrom</dc:creator>
  <cp:lastModifiedBy>Austin Engstrom</cp:lastModifiedBy>
  <cp:revision>5</cp:revision>
  <dcterms:created xsi:type="dcterms:W3CDTF">2026-06-19T12:15:19Z</dcterms:created>
  <dcterms:modified xsi:type="dcterms:W3CDTF">2026-06-24T19:53:45Z</dcterms:modified>
</cp:coreProperties>
</file>