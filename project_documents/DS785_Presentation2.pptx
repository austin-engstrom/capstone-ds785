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65714"/>
  </p:normalViewPr>
  <p:slideViewPr>
    <p:cSldViewPr snapToGrid="0">
      <p:cViewPr varScale="1">
        <p:scale>
          <a:sx n="77" d="100"/>
          <a:sy n="77" d="100"/>
        </p:scale>
        <p:origin x="18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D1018C-473D-9846-B228-DF0E1E26193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63A5C7B-572B-3146-8EB1-DA935A597A7E}">
      <dgm:prSet phldrT="[Text]"/>
      <dgm:spPr/>
      <dgm:t>
        <a:bodyPr/>
        <a:lstStyle/>
        <a:p>
          <a:pPr>
            <a:lnSpc>
              <a:spcPct val="100000"/>
            </a:lnSpc>
          </a:pPr>
          <a:r>
            <a:rPr lang="en-US" dirty="0" err="1"/>
            <a:t>BeautifulSoup</a:t>
          </a:r>
          <a:r>
            <a:rPr lang="en-US" dirty="0"/>
            <a:t> (Transform)</a:t>
          </a:r>
        </a:p>
      </dgm:t>
    </dgm:pt>
    <dgm:pt modelId="{A3BADC21-A3AF-AC40-8CC4-F7D7DCD57AD6}" type="parTrans" cxnId="{4CE693D0-B2DF-FD4F-AB07-1BEE38BF2D1B}">
      <dgm:prSet/>
      <dgm:spPr/>
      <dgm:t>
        <a:bodyPr/>
        <a:lstStyle/>
        <a:p>
          <a:endParaRPr lang="en-US"/>
        </a:p>
      </dgm:t>
    </dgm:pt>
    <dgm:pt modelId="{8BEBAEA7-D76B-4B43-B5D0-4A4AF9C665B6}" type="sibTrans" cxnId="{4CE693D0-B2DF-FD4F-AB07-1BEE38BF2D1B}">
      <dgm:prSet/>
      <dgm:spPr/>
      <dgm:t>
        <a:bodyPr/>
        <a:lstStyle/>
        <a:p>
          <a:endParaRPr lang="en-US"/>
        </a:p>
      </dgm:t>
    </dgm:pt>
    <dgm:pt modelId="{7C58F469-8D80-D247-9F63-4F030A603584}">
      <dgm:prSet phldrT="[Text]"/>
      <dgm:spPr/>
      <dgm:t>
        <a:bodyPr/>
        <a:lstStyle/>
        <a:p>
          <a:pPr>
            <a:lnSpc>
              <a:spcPct val="100000"/>
            </a:lnSpc>
          </a:pPr>
          <a:r>
            <a:rPr lang="en-US" dirty="0"/>
            <a:t>Parse HTML content</a:t>
          </a:r>
        </a:p>
        <a:p>
          <a:pPr>
            <a:lnSpc>
              <a:spcPct val="100000"/>
            </a:lnSpc>
          </a:pPr>
          <a:r>
            <a:rPr lang="en-US" dirty="0"/>
            <a:t>Remove page formatting</a:t>
          </a:r>
        </a:p>
        <a:p>
          <a:pPr>
            <a:lnSpc>
              <a:spcPct val="100000"/>
            </a:lnSpc>
          </a:pPr>
          <a:r>
            <a:rPr lang="en-US" dirty="0"/>
            <a:t>Extract review text</a:t>
          </a:r>
        </a:p>
        <a:p>
          <a:pPr>
            <a:lnSpc>
              <a:spcPct val="100000"/>
            </a:lnSpc>
          </a:pPr>
          <a:r>
            <a:rPr lang="en-US" dirty="0"/>
            <a:t>Extract article metadata</a:t>
          </a:r>
        </a:p>
      </dgm:t>
    </dgm:pt>
    <dgm:pt modelId="{2013110C-25BC-834B-A558-7AA9D300D039}" type="parTrans" cxnId="{D0B4DD1C-384B-204B-9F4C-7247C771E4A5}">
      <dgm:prSet/>
      <dgm:spPr/>
      <dgm:t>
        <a:bodyPr/>
        <a:lstStyle/>
        <a:p>
          <a:endParaRPr lang="en-US"/>
        </a:p>
      </dgm:t>
    </dgm:pt>
    <dgm:pt modelId="{75192FB4-EC03-7B4C-832A-B2FCAEFDCBBE}" type="sibTrans" cxnId="{D0B4DD1C-384B-204B-9F4C-7247C771E4A5}">
      <dgm:prSet/>
      <dgm:spPr/>
      <dgm:t>
        <a:bodyPr/>
        <a:lstStyle/>
        <a:p>
          <a:endParaRPr lang="en-US"/>
        </a:p>
      </dgm:t>
    </dgm:pt>
    <dgm:pt modelId="{7BE63A64-2C7F-4D4B-A5EF-831A17F37824}">
      <dgm:prSet phldrT="[Text]"/>
      <dgm:spPr/>
      <dgm:t>
        <a:bodyPr/>
        <a:lstStyle/>
        <a:p>
          <a:pPr>
            <a:lnSpc>
              <a:spcPct val="100000"/>
            </a:lnSpc>
          </a:pPr>
          <a:r>
            <a:rPr lang="en-US" dirty="0"/>
            <a:t>Structured Feature Generation (Transform)</a:t>
          </a:r>
        </a:p>
      </dgm:t>
    </dgm:pt>
    <dgm:pt modelId="{6806C188-40BC-024B-BA72-BA20C97E1A13}" type="parTrans" cxnId="{2277A60B-B207-234D-96AE-63AFD4BF7678}">
      <dgm:prSet/>
      <dgm:spPr/>
      <dgm:t>
        <a:bodyPr/>
        <a:lstStyle/>
        <a:p>
          <a:endParaRPr lang="en-US"/>
        </a:p>
      </dgm:t>
    </dgm:pt>
    <dgm:pt modelId="{9D9AEA91-2BD8-2441-89A4-A24061C91EA9}" type="sibTrans" cxnId="{2277A60B-B207-234D-96AE-63AFD4BF7678}">
      <dgm:prSet/>
      <dgm:spPr/>
      <dgm:t>
        <a:bodyPr/>
        <a:lstStyle/>
        <a:p>
          <a:endParaRPr lang="en-US"/>
        </a:p>
      </dgm:t>
    </dgm:pt>
    <dgm:pt modelId="{B80B73EF-0CBE-2E48-9DA4-450B38E80596}">
      <dgm:prSet phldrT="[Text]"/>
      <dgm:spPr/>
      <dgm:t>
        <a:bodyPr/>
        <a:lstStyle/>
        <a:p>
          <a:pPr>
            <a:lnSpc>
              <a:spcPct val="100000"/>
            </a:lnSpc>
          </a:pPr>
          <a:r>
            <a:rPr lang="en-US" dirty="0"/>
            <a:t>Classify product categories</a:t>
          </a:r>
        </a:p>
        <a:p>
          <a:pPr>
            <a:lnSpc>
              <a:spcPct val="100000"/>
            </a:lnSpc>
          </a:pPr>
          <a:r>
            <a:rPr lang="en-US" dirty="0"/>
            <a:t>Extract brand names</a:t>
          </a:r>
        </a:p>
        <a:p>
          <a:pPr>
            <a:lnSpc>
              <a:spcPct val="100000"/>
            </a:lnSpc>
          </a:pPr>
          <a:r>
            <a:rPr lang="en-US" dirty="0"/>
            <a:t>Extract product names</a:t>
          </a:r>
        </a:p>
        <a:p>
          <a:pPr>
            <a:lnSpc>
              <a:spcPct val="100000"/>
            </a:lnSpc>
          </a:pPr>
          <a:r>
            <a:rPr lang="en-US" dirty="0"/>
            <a:t>Normalize pricing data</a:t>
          </a:r>
        </a:p>
      </dgm:t>
    </dgm:pt>
    <dgm:pt modelId="{C613AB58-D95D-9145-99CA-C750153ECEC3}" type="parTrans" cxnId="{5CC5E821-E5F4-254D-90BB-81AA21F2E567}">
      <dgm:prSet/>
      <dgm:spPr/>
      <dgm:t>
        <a:bodyPr/>
        <a:lstStyle/>
        <a:p>
          <a:endParaRPr lang="en-US"/>
        </a:p>
      </dgm:t>
    </dgm:pt>
    <dgm:pt modelId="{0487C587-17F0-8044-9857-9A2B382BA216}" type="sibTrans" cxnId="{5CC5E821-E5F4-254D-90BB-81AA21F2E567}">
      <dgm:prSet/>
      <dgm:spPr/>
      <dgm:t>
        <a:bodyPr/>
        <a:lstStyle/>
        <a:p>
          <a:endParaRPr lang="en-US"/>
        </a:p>
      </dgm:t>
    </dgm:pt>
    <dgm:pt modelId="{20038DB3-6350-C144-B6D1-8B1E002B9693}">
      <dgm:prSet phldrT="[Text]"/>
      <dgm:spPr/>
      <dgm:t>
        <a:bodyPr/>
        <a:lstStyle/>
        <a:p>
          <a:pPr>
            <a:lnSpc>
              <a:spcPct val="100000"/>
            </a:lnSpc>
          </a:pPr>
          <a:r>
            <a:rPr lang="en-US" dirty="0"/>
            <a:t>Playwright (Extract)</a:t>
          </a:r>
        </a:p>
      </dgm:t>
    </dgm:pt>
    <dgm:pt modelId="{2B293F79-F1CA-9644-B311-B057C609FEB0}" type="parTrans" cxnId="{10BD055F-1E3A-3949-AE1E-C7F3D83D2A4D}">
      <dgm:prSet/>
      <dgm:spPr/>
      <dgm:t>
        <a:bodyPr/>
        <a:lstStyle/>
        <a:p>
          <a:endParaRPr lang="en-US"/>
        </a:p>
      </dgm:t>
    </dgm:pt>
    <dgm:pt modelId="{054C62FD-B9A6-644D-A474-EE877520BE82}" type="sibTrans" cxnId="{10BD055F-1E3A-3949-AE1E-C7F3D83D2A4D}">
      <dgm:prSet/>
      <dgm:spPr/>
      <dgm:t>
        <a:bodyPr/>
        <a:lstStyle/>
        <a:p>
          <a:endParaRPr lang="en-US"/>
        </a:p>
      </dgm:t>
    </dgm:pt>
    <dgm:pt modelId="{A9D4A7F3-9F69-644D-80B7-C4FC907E08D0}">
      <dgm:prSet phldrT="[Text]"/>
      <dgm:spPr/>
      <dgm:t>
        <a:bodyPr/>
        <a:lstStyle/>
        <a:p>
          <a:pPr>
            <a:lnSpc>
              <a:spcPct val="100000"/>
            </a:lnSpc>
          </a:pPr>
          <a:r>
            <a:rPr lang="en-US" dirty="0"/>
            <a:t>Access review archive</a:t>
          </a:r>
        </a:p>
        <a:p>
          <a:pPr>
            <a:lnSpc>
              <a:spcPct val="100000"/>
            </a:lnSpc>
          </a:pPr>
          <a:r>
            <a:rPr lang="en-US" dirty="0"/>
            <a:t>Collect article URLs</a:t>
          </a:r>
        </a:p>
        <a:p>
          <a:pPr>
            <a:lnSpc>
              <a:spcPct val="100000"/>
            </a:lnSpc>
          </a:pPr>
          <a:r>
            <a:rPr lang="en-US" dirty="0"/>
            <a:t>Retrieve webpage content</a:t>
          </a:r>
        </a:p>
      </dgm:t>
    </dgm:pt>
    <dgm:pt modelId="{BD3E7922-1CAA-B34F-9B3D-2C8FEA3FFBD8}" type="parTrans" cxnId="{52108FF2-C4C0-E94C-8869-9C907E42AED3}">
      <dgm:prSet/>
      <dgm:spPr/>
      <dgm:t>
        <a:bodyPr/>
        <a:lstStyle/>
        <a:p>
          <a:endParaRPr lang="en-US"/>
        </a:p>
      </dgm:t>
    </dgm:pt>
    <dgm:pt modelId="{3BCC6450-CD0E-334C-A84E-B405490D424C}" type="sibTrans" cxnId="{52108FF2-C4C0-E94C-8869-9C907E42AED3}">
      <dgm:prSet/>
      <dgm:spPr/>
      <dgm:t>
        <a:bodyPr/>
        <a:lstStyle/>
        <a:p>
          <a:endParaRPr lang="en-US"/>
        </a:p>
      </dgm:t>
    </dgm:pt>
    <dgm:pt modelId="{0B0F4221-CE6E-C84A-9B90-B5302728C129}">
      <dgm:prSet phldrT="[Text]"/>
      <dgm:spPr/>
      <dgm:t>
        <a:bodyPr/>
        <a:lstStyle/>
        <a:p>
          <a:pPr>
            <a:lnSpc>
              <a:spcPct val="100000"/>
            </a:lnSpc>
          </a:pPr>
          <a:r>
            <a:rPr lang="en-US" dirty="0"/>
            <a:t>Structured Dataset (Load)</a:t>
          </a:r>
        </a:p>
      </dgm:t>
    </dgm:pt>
    <dgm:pt modelId="{F012A2FE-8320-DA4E-B98C-FB20C76B172D}" type="parTrans" cxnId="{D6B7D8D0-0679-2F41-A010-1984B60AE634}">
      <dgm:prSet/>
      <dgm:spPr/>
      <dgm:t>
        <a:bodyPr/>
        <a:lstStyle/>
        <a:p>
          <a:endParaRPr lang="en-US"/>
        </a:p>
      </dgm:t>
    </dgm:pt>
    <dgm:pt modelId="{16A3107A-C9AB-EB40-BCB6-C77B59E05810}" type="sibTrans" cxnId="{D6B7D8D0-0679-2F41-A010-1984B60AE634}">
      <dgm:prSet/>
      <dgm:spPr/>
      <dgm:t>
        <a:bodyPr/>
        <a:lstStyle/>
        <a:p>
          <a:endParaRPr lang="en-US"/>
        </a:p>
      </dgm:t>
    </dgm:pt>
    <dgm:pt modelId="{2739BEC6-C9EE-8241-B2AA-1D9662F397CB}">
      <dgm:prSet/>
      <dgm:spPr/>
      <dgm:t>
        <a:bodyPr/>
        <a:lstStyle/>
        <a:p>
          <a:pPr>
            <a:lnSpc>
              <a:spcPct val="100000"/>
            </a:lnSpc>
          </a:pPr>
          <a:r>
            <a:rPr lang="en-US" dirty="0"/>
            <a:t>Load into Pandas </a:t>
          </a:r>
          <a:r>
            <a:rPr lang="en-US" dirty="0" err="1"/>
            <a:t>DataFrame</a:t>
          </a:r>
          <a:endParaRPr lang="en-US" dirty="0"/>
        </a:p>
        <a:p>
          <a:pPr>
            <a:lnSpc>
              <a:spcPct val="100000"/>
            </a:lnSpc>
          </a:pPr>
          <a:r>
            <a:rPr lang="en-US" dirty="0"/>
            <a:t>Integrate text, metadata, and product attributes </a:t>
          </a:r>
        </a:p>
      </dgm:t>
    </dgm:pt>
    <dgm:pt modelId="{FA3E36BC-A442-724F-B7A5-37947FF80D9E}" type="parTrans" cxnId="{0D3162B2-37EC-744E-A700-7574AC93CC26}">
      <dgm:prSet/>
      <dgm:spPr/>
      <dgm:t>
        <a:bodyPr/>
        <a:lstStyle/>
        <a:p>
          <a:endParaRPr lang="en-US"/>
        </a:p>
      </dgm:t>
    </dgm:pt>
    <dgm:pt modelId="{DB22786A-06F8-2C4A-AFE5-B5550969E058}" type="sibTrans" cxnId="{0D3162B2-37EC-744E-A700-7574AC93CC26}">
      <dgm:prSet/>
      <dgm:spPr/>
      <dgm:t>
        <a:bodyPr/>
        <a:lstStyle/>
        <a:p>
          <a:endParaRPr lang="en-US"/>
        </a:p>
      </dgm:t>
    </dgm:pt>
    <dgm:pt modelId="{5DAF9B1F-1FE6-504A-88BF-83E45FEF5150}">
      <dgm:prSet/>
      <dgm:spPr/>
      <dgm:t>
        <a:bodyPr/>
        <a:lstStyle/>
        <a:p>
          <a:pPr>
            <a:lnSpc>
              <a:spcPct val="100000"/>
            </a:lnSpc>
          </a:pPr>
          <a:r>
            <a:rPr lang="en-US" dirty="0"/>
            <a:t>Export to CSV</a:t>
          </a:r>
        </a:p>
        <a:p>
          <a:pPr>
            <a:lnSpc>
              <a:spcPct val="100000"/>
            </a:lnSpc>
          </a:pPr>
          <a:r>
            <a:rPr lang="en-US" dirty="0"/>
            <a:t>Create analysis-ready dataset</a:t>
          </a:r>
        </a:p>
      </dgm:t>
    </dgm:pt>
    <dgm:pt modelId="{DBF87E7E-9579-A247-A349-63F2326F92FF}" type="parTrans" cxnId="{38EC896C-FC98-CD4D-B311-DA06D15C1389}">
      <dgm:prSet/>
      <dgm:spPr/>
      <dgm:t>
        <a:bodyPr/>
        <a:lstStyle/>
        <a:p>
          <a:endParaRPr lang="en-US"/>
        </a:p>
      </dgm:t>
    </dgm:pt>
    <dgm:pt modelId="{98E3A6F3-6424-3E40-A7B7-6423DB2025D2}" type="sibTrans" cxnId="{38EC896C-FC98-CD4D-B311-DA06D15C1389}">
      <dgm:prSet/>
      <dgm:spPr/>
      <dgm:t>
        <a:bodyPr/>
        <a:lstStyle/>
        <a:p>
          <a:endParaRPr lang="en-US"/>
        </a:p>
      </dgm:t>
    </dgm:pt>
    <dgm:pt modelId="{082DA41A-6003-415E-B5CD-E844C43BD043}" type="pres">
      <dgm:prSet presAssocID="{9ED1018C-473D-9846-B228-DF0E1E261930}" presName="root" presStyleCnt="0">
        <dgm:presLayoutVars>
          <dgm:dir/>
          <dgm:resizeHandles val="exact"/>
        </dgm:presLayoutVars>
      </dgm:prSet>
      <dgm:spPr/>
    </dgm:pt>
    <dgm:pt modelId="{912C5AD3-5B25-4AA2-A819-6DC48C3107B8}" type="pres">
      <dgm:prSet presAssocID="{20038DB3-6350-C144-B6D1-8B1E002B9693}" presName="compNode" presStyleCnt="0"/>
      <dgm:spPr/>
    </dgm:pt>
    <dgm:pt modelId="{C29D38D6-9855-4A20-8743-13104ADDECAB}" type="pres">
      <dgm:prSet presAssocID="{20038DB3-6350-C144-B6D1-8B1E002B9693}" presName="bgRect" presStyleLbl="bgShp" presStyleIdx="0" presStyleCnt="4"/>
      <dgm:spPr/>
    </dgm:pt>
    <dgm:pt modelId="{6F7F6FA6-E833-4956-8CC1-19DAFE91A87F}" type="pres">
      <dgm:prSet presAssocID="{20038DB3-6350-C144-B6D1-8B1E002B969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B1211973-1831-4BC2-9B49-DDCC95F786D6}" type="pres">
      <dgm:prSet presAssocID="{20038DB3-6350-C144-B6D1-8B1E002B9693}" presName="spaceRect" presStyleCnt="0"/>
      <dgm:spPr/>
    </dgm:pt>
    <dgm:pt modelId="{4D4EBB4E-6A3E-4A9B-859E-4CF24D155066}" type="pres">
      <dgm:prSet presAssocID="{20038DB3-6350-C144-B6D1-8B1E002B9693}" presName="parTx" presStyleLbl="revTx" presStyleIdx="0" presStyleCnt="8">
        <dgm:presLayoutVars>
          <dgm:chMax val="0"/>
          <dgm:chPref val="0"/>
        </dgm:presLayoutVars>
      </dgm:prSet>
      <dgm:spPr/>
    </dgm:pt>
    <dgm:pt modelId="{12D8D50D-53E5-481D-970E-59F2EC2C56E5}" type="pres">
      <dgm:prSet presAssocID="{20038DB3-6350-C144-B6D1-8B1E002B9693}" presName="desTx" presStyleLbl="revTx" presStyleIdx="1" presStyleCnt="8">
        <dgm:presLayoutVars/>
      </dgm:prSet>
      <dgm:spPr/>
    </dgm:pt>
    <dgm:pt modelId="{6597C227-1CC6-4499-B274-EAAEA7EEFDBC}" type="pres">
      <dgm:prSet presAssocID="{054C62FD-B9A6-644D-A474-EE877520BE82}" presName="sibTrans" presStyleCnt="0"/>
      <dgm:spPr/>
    </dgm:pt>
    <dgm:pt modelId="{E15DB817-4DB4-4CF8-8978-B4DAA655A57E}" type="pres">
      <dgm:prSet presAssocID="{763A5C7B-572B-3146-8EB1-DA935A597A7E}" presName="compNode" presStyleCnt="0"/>
      <dgm:spPr/>
    </dgm:pt>
    <dgm:pt modelId="{965BBEFA-F975-4CAB-A48F-F879E29F314F}" type="pres">
      <dgm:prSet presAssocID="{763A5C7B-572B-3146-8EB1-DA935A597A7E}" presName="bgRect" presStyleLbl="bgShp" presStyleIdx="1" presStyleCnt="4"/>
      <dgm:spPr/>
    </dgm:pt>
    <dgm:pt modelId="{5E0946B9-1E38-4B4E-9938-CBB8330DFD6B}" type="pres">
      <dgm:prSet presAssocID="{763A5C7B-572B-3146-8EB1-DA935A597A7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5EA9847-7E2B-4A6F-9B0E-7C3498AA845F}" type="pres">
      <dgm:prSet presAssocID="{763A5C7B-572B-3146-8EB1-DA935A597A7E}" presName="spaceRect" presStyleCnt="0"/>
      <dgm:spPr/>
    </dgm:pt>
    <dgm:pt modelId="{325DBE8D-ABEF-4D8B-B1A2-0FB84304824C}" type="pres">
      <dgm:prSet presAssocID="{763A5C7B-572B-3146-8EB1-DA935A597A7E}" presName="parTx" presStyleLbl="revTx" presStyleIdx="2" presStyleCnt="8">
        <dgm:presLayoutVars>
          <dgm:chMax val="0"/>
          <dgm:chPref val="0"/>
        </dgm:presLayoutVars>
      </dgm:prSet>
      <dgm:spPr/>
    </dgm:pt>
    <dgm:pt modelId="{7F6CCADF-9251-405C-9D1A-BA4CFFBD7152}" type="pres">
      <dgm:prSet presAssocID="{763A5C7B-572B-3146-8EB1-DA935A597A7E}" presName="desTx" presStyleLbl="revTx" presStyleIdx="3" presStyleCnt="8">
        <dgm:presLayoutVars/>
      </dgm:prSet>
      <dgm:spPr/>
    </dgm:pt>
    <dgm:pt modelId="{06C33417-5F11-4918-BA79-F49F78406358}" type="pres">
      <dgm:prSet presAssocID="{8BEBAEA7-D76B-4B43-B5D0-4A4AF9C665B6}" presName="sibTrans" presStyleCnt="0"/>
      <dgm:spPr/>
    </dgm:pt>
    <dgm:pt modelId="{3C26D33B-693C-4A2D-B1AB-CEF802D94E1F}" type="pres">
      <dgm:prSet presAssocID="{7BE63A64-2C7F-4D4B-A5EF-831A17F37824}" presName="compNode" presStyleCnt="0"/>
      <dgm:spPr/>
    </dgm:pt>
    <dgm:pt modelId="{03E3618E-914B-45A2-A315-F8E8C74C7BCB}" type="pres">
      <dgm:prSet presAssocID="{7BE63A64-2C7F-4D4B-A5EF-831A17F37824}" presName="bgRect" presStyleLbl="bgShp" presStyleIdx="2" presStyleCnt="4"/>
      <dgm:spPr/>
    </dgm:pt>
    <dgm:pt modelId="{59399D25-D99D-414F-A6ED-D070F84A155A}" type="pres">
      <dgm:prSet presAssocID="{7BE63A64-2C7F-4D4B-A5EF-831A17F3782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ypewriter"/>
        </a:ext>
      </dgm:extLst>
    </dgm:pt>
    <dgm:pt modelId="{E2165254-1AD3-4C81-8DF2-B3F8DA8A2354}" type="pres">
      <dgm:prSet presAssocID="{7BE63A64-2C7F-4D4B-A5EF-831A17F37824}" presName="spaceRect" presStyleCnt="0"/>
      <dgm:spPr/>
    </dgm:pt>
    <dgm:pt modelId="{022D2F4B-AB4F-4C82-95AB-20C0E6C1D2A6}" type="pres">
      <dgm:prSet presAssocID="{7BE63A64-2C7F-4D4B-A5EF-831A17F37824}" presName="parTx" presStyleLbl="revTx" presStyleIdx="4" presStyleCnt="8">
        <dgm:presLayoutVars>
          <dgm:chMax val="0"/>
          <dgm:chPref val="0"/>
        </dgm:presLayoutVars>
      </dgm:prSet>
      <dgm:spPr/>
    </dgm:pt>
    <dgm:pt modelId="{A7BEBFFD-6110-4319-95A8-C29731CE30DA}" type="pres">
      <dgm:prSet presAssocID="{7BE63A64-2C7F-4D4B-A5EF-831A17F37824}" presName="desTx" presStyleLbl="revTx" presStyleIdx="5" presStyleCnt="8">
        <dgm:presLayoutVars/>
      </dgm:prSet>
      <dgm:spPr/>
    </dgm:pt>
    <dgm:pt modelId="{EBFBE1E7-BC81-4448-8079-BD5EA382E593}" type="pres">
      <dgm:prSet presAssocID="{9D9AEA91-2BD8-2441-89A4-A24061C91EA9}" presName="sibTrans" presStyleCnt="0"/>
      <dgm:spPr/>
    </dgm:pt>
    <dgm:pt modelId="{946955B3-22DB-4CA1-82DC-D6BF3F8A73DC}" type="pres">
      <dgm:prSet presAssocID="{0B0F4221-CE6E-C84A-9B90-B5302728C129}" presName="compNode" presStyleCnt="0"/>
      <dgm:spPr/>
    </dgm:pt>
    <dgm:pt modelId="{B1F0767B-ECDF-4404-92C6-8069B813C740}" type="pres">
      <dgm:prSet presAssocID="{0B0F4221-CE6E-C84A-9B90-B5302728C129}" presName="bgRect" presStyleLbl="bgShp" presStyleIdx="3" presStyleCnt="4"/>
      <dgm:spPr/>
    </dgm:pt>
    <dgm:pt modelId="{6F069693-D0C0-48C5-83D8-6599B267481F}" type="pres">
      <dgm:prSet presAssocID="{0B0F4221-CE6E-C84A-9B90-B5302728C12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anda"/>
        </a:ext>
      </dgm:extLst>
    </dgm:pt>
    <dgm:pt modelId="{6CF06DCA-F4A3-4159-B335-730C9953373E}" type="pres">
      <dgm:prSet presAssocID="{0B0F4221-CE6E-C84A-9B90-B5302728C129}" presName="spaceRect" presStyleCnt="0"/>
      <dgm:spPr/>
    </dgm:pt>
    <dgm:pt modelId="{2A838BF0-326B-4D16-AD4C-9C8914DD1CBB}" type="pres">
      <dgm:prSet presAssocID="{0B0F4221-CE6E-C84A-9B90-B5302728C129}" presName="parTx" presStyleLbl="revTx" presStyleIdx="6" presStyleCnt="8">
        <dgm:presLayoutVars>
          <dgm:chMax val="0"/>
          <dgm:chPref val="0"/>
        </dgm:presLayoutVars>
      </dgm:prSet>
      <dgm:spPr/>
    </dgm:pt>
    <dgm:pt modelId="{BEE86EB7-809A-497B-B659-F0B1675D5382}" type="pres">
      <dgm:prSet presAssocID="{0B0F4221-CE6E-C84A-9B90-B5302728C129}" presName="desTx" presStyleLbl="revTx" presStyleIdx="7" presStyleCnt="8">
        <dgm:presLayoutVars/>
      </dgm:prSet>
      <dgm:spPr/>
    </dgm:pt>
  </dgm:ptLst>
  <dgm:cxnLst>
    <dgm:cxn modelId="{9C109D0A-77B5-6846-A052-2519D589D8E3}" type="presOf" srcId="{5DAF9B1F-1FE6-504A-88BF-83E45FEF5150}" destId="{BEE86EB7-809A-497B-B659-F0B1675D5382}" srcOrd="0" destOrd="1" presId="urn:microsoft.com/office/officeart/2018/2/layout/IconVerticalSolidList"/>
    <dgm:cxn modelId="{2277A60B-B207-234D-96AE-63AFD4BF7678}" srcId="{9ED1018C-473D-9846-B228-DF0E1E261930}" destId="{7BE63A64-2C7F-4D4B-A5EF-831A17F37824}" srcOrd="2" destOrd="0" parTransId="{6806C188-40BC-024B-BA72-BA20C97E1A13}" sibTransId="{9D9AEA91-2BD8-2441-89A4-A24061C91EA9}"/>
    <dgm:cxn modelId="{D0B4DD1C-384B-204B-9F4C-7247C771E4A5}" srcId="{763A5C7B-572B-3146-8EB1-DA935A597A7E}" destId="{7C58F469-8D80-D247-9F63-4F030A603584}" srcOrd="0" destOrd="0" parTransId="{2013110C-25BC-834B-A558-7AA9D300D039}" sibTransId="{75192FB4-EC03-7B4C-832A-B2FCAEFDCBBE}"/>
    <dgm:cxn modelId="{5CC5E821-E5F4-254D-90BB-81AA21F2E567}" srcId="{7BE63A64-2C7F-4D4B-A5EF-831A17F37824}" destId="{B80B73EF-0CBE-2E48-9DA4-450B38E80596}" srcOrd="0" destOrd="0" parTransId="{C613AB58-D95D-9145-99CA-C750153ECEC3}" sibTransId="{0487C587-17F0-8044-9857-9A2B382BA216}"/>
    <dgm:cxn modelId="{09E58825-6CEB-C04A-B2BE-0B3BEDE9070A}" type="presOf" srcId="{7BE63A64-2C7F-4D4B-A5EF-831A17F37824}" destId="{022D2F4B-AB4F-4C82-95AB-20C0E6C1D2A6}" srcOrd="0" destOrd="0" presId="urn:microsoft.com/office/officeart/2018/2/layout/IconVerticalSolidList"/>
    <dgm:cxn modelId="{10BD055F-1E3A-3949-AE1E-C7F3D83D2A4D}" srcId="{9ED1018C-473D-9846-B228-DF0E1E261930}" destId="{20038DB3-6350-C144-B6D1-8B1E002B9693}" srcOrd="0" destOrd="0" parTransId="{2B293F79-F1CA-9644-B311-B057C609FEB0}" sibTransId="{054C62FD-B9A6-644D-A474-EE877520BE82}"/>
    <dgm:cxn modelId="{196A1564-6B76-384D-A374-2FC897FA3714}" type="presOf" srcId="{7C58F469-8D80-D247-9F63-4F030A603584}" destId="{7F6CCADF-9251-405C-9D1A-BA4CFFBD7152}" srcOrd="0" destOrd="0" presId="urn:microsoft.com/office/officeart/2018/2/layout/IconVerticalSolidList"/>
    <dgm:cxn modelId="{38EC896C-FC98-CD4D-B311-DA06D15C1389}" srcId="{0B0F4221-CE6E-C84A-9B90-B5302728C129}" destId="{5DAF9B1F-1FE6-504A-88BF-83E45FEF5150}" srcOrd="1" destOrd="0" parTransId="{DBF87E7E-9579-A247-A349-63F2326F92FF}" sibTransId="{98E3A6F3-6424-3E40-A7B7-6423DB2025D2}"/>
    <dgm:cxn modelId="{0B31EFA2-4AD8-694B-993F-A650F3F69EC8}" type="presOf" srcId="{0B0F4221-CE6E-C84A-9B90-B5302728C129}" destId="{2A838BF0-326B-4D16-AD4C-9C8914DD1CBB}" srcOrd="0" destOrd="0" presId="urn:microsoft.com/office/officeart/2018/2/layout/IconVerticalSolidList"/>
    <dgm:cxn modelId="{CCCEA7AC-0CC6-214F-AA36-63B6F995599A}" type="presOf" srcId="{20038DB3-6350-C144-B6D1-8B1E002B9693}" destId="{4D4EBB4E-6A3E-4A9B-859E-4CF24D155066}" srcOrd="0" destOrd="0" presId="urn:microsoft.com/office/officeart/2018/2/layout/IconVerticalSolidList"/>
    <dgm:cxn modelId="{0D3162B2-37EC-744E-A700-7574AC93CC26}" srcId="{0B0F4221-CE6E-C84A-9B90-B5302728C129}" destId="{2739BEC6-C9EE-8241-B2AA-1D9662F397CB}" srcOrd="0" destOrd="0" parTransId="{FA3E36BC-A442-724F-B7A5-37947FF80D9E}" sibTransId="{DB22786A-06F8-2C4A-AFE5-B5550969E058}"/>
    <dgm:cxn modelId="{7437C6C3-CDFB-0343-8DA3-708131ED8EE5}" type="presOf" srcId="{9ED1018C-473D-9846-B228-DF0E1E261930}" destId="{082DA41A-6003-415E-B5CD-E844C43BD043}" srcOrd="0" destOrd="0" presId="urn:microsoft.com/office/officeart/2018/2/layout/IconVerticalSolidList"/>
    <dgm:cxn modelId="{3C79F9CC-C2BC-9949-9134-6F7DE1097038}" type="presOf" srcId="{A9D4A7F3-9F69-644D-80B7-C4FC907E08D0}" destId="{12D8D50D-53E5-481D-970E-59F2EC2C56E5}" srcOrd="0" destOrd="0" presId="urn:microsoft.com/office/officeart/2018/2/layout/IconVerticalSolidList"/>
    <dgm:cxn modelId="{4CE693D0-B2DF-FD4F-AB07-1BEE38BF2D1B}" srcId="{9ED1018C-473D-9846-B228-DF0E1E261930}" destId="{763A5C7B-572B-3146-8EB1-DA935A597A7E}" srcOrd="1" destOrd="0" parTransId="{A3BADC21-A3AF-AC40-8CC4-F7D7DCD57AD6}" sibTransId="{8BEBAEA7-D76B-4B43-B5D0-4A4AF9C665B6}"/>
    <dgm:cxn modelId="{D6B7D8D0-0679-2F41-A010-1984B60AE634}" srcId="{9ED1018C-473D-9846-B228-DF0E1E261930}" destId="{0B0F4221-CE6E-C84A-9B90-B5302728C129}" srcOrd="3" destOrd="0" parTransId="{F012A2FE-8320-DA4E-B98C-FB20C76B172D}" sibTransId="{16A3107A-C9AB-EB40-BCB6-C77B59E05810}"/>
    <dgm:cxn modelId="{17E70DD1-DEB7-FD48-BB92-2659C0C3C4B3}" type="presOf" srcId="{2739BEC6-C9EE-8241-B2AA-1D9662F397CB}" destId="{BEE86EB7-809A-497B-B659-F0B1675D5382}" srcOrd="0" destOrd="0" presId="urn:microsoft.com/office/officeart/2018/2/layout/IconVerticalSolidList"/>
    <dgm:cxn modelId="{310CFFD7-0B4F-294B-BF53-6EFA61D16303}" type="presOf" srcId="{763A5C7B-572B-3146-8EB1-DA935A597A7E}" destId="{325DBE8D-ABEF-4D8B-B1A2-0FB84304824C}" srcOrd="0" destOrd="0" presId="urn:microsoft.com/office/officeart/2018/2/layout/IconVerticalSolidList"/>
    <dgm:cxn modelId="{FB98A7D8-4644-584D-8159-AFA4774CACC9}" type="presOf" srcId="{B80B73EF-0CBE-2E48-9DA4-450B38E80596}" destId="{A7BEBFFD-6110-4319-95A8-C29731CE30DA}" srcOrd="0" destOrd="0" presId="urn:microsoft.com/office/officeart/2018/2/layout/IconVerticalSolidList"/>
    <dgm:cxn modelId="{52108FF2-C4C0-E94C-8869-9C907E42AED3}" srcId="{20038DB3-6350-C144-B6D1-8B1E002B9693}" destId="{A9D4A7F3-9F69-644D-80B7-C4FC907E08D0}" srcOrd="0" destOrd="0" parTransId="{BD3E7922-1CAA-B34F-9B3D-2C8FEA3FFBD8}" sibTransId="{3BCC6450-CD0E-334C-A84E-B405490D424C}"/>
    <dgm:cxn modelId="{441E4793-B344-164F-A3DF-7DE1EDBEE174}" type="presParOf" srcId="{082DA41A-6003-415E-B5CD-E844C43BD043}" destId="{912C5AD3-5B25-4AA2-A819-6DC48C3107B8}" srcOrd="0" destOrd="0" presId="urn:microsoft.com/office/officeart/2018/2/layout/IconVerticalSolidList"/>
    <dgm:cxn modelId="{01ED8B3A-3621-2849-BC90-82D558BDF56B}" type="presParOf" srcId="{912C5AD3-5B25-4AA2-A819-6DC48C3107B8}" destId="{C29D38D6-9855-4A20-8743-13104ADDECAB}" srcOrd="0" destOrd="0" presId="urn:microsoft.com/office/officeart/2018/2/layout/IconVerticalSolidList"/>
    <dgm:cxn modelId="{C3DA17A9-694E-D34E-A96F-FAA7F6F6CFD8}" type="presParOf" srcId="{912C5AD3-5B25-4AA2-A819-6DC48C3107B8}" destId="{6F7F6FA6-E833-4956-8CC1-19DAFE91A87F}" srcOrd="1" destOrd="0" presId="urn:microsoft.com/office/officeart/2018/2/layout/IconVerticalSolidList"/>
    <dgm:cxn modelId="{85F82DC3-40AB-5941-B11B-A8295A7DD106}" type="presParOf" srcId="{912C5AD3-5B25-4AA2-A819-6DC48C3107B8}" destId="{B1211973-1831-4BC2-9B49-DDCC95F786D6}" srcOrd="2" destOrd="0" presId="urn:microsoft.com/office/officeart/2018/2/layout/IconVerticalSolidList"/>
    <dgm:cxn modelId="{DEB1786F-CD26-894B-9235-A78C4AAE6B31}" type="presParOf" srcId="{912C5AD3-5B25-4AA2-A819-6DC48C3107B8}" destId="{4D4EBB4E-6A3E-4A9B-859E-4CF24D155066}" srcOrd="3" destOrd="0" presId="urn:microsoft.com/office/officeart/2018/2/layout/IconVerticalSolidList"/>
    <dgm:cxn modelId="{AAC312AD-271B-B747-A61E-6AF38778C5DB}" type="presParOf" srcId="{912C5AD3-5B25-4AA2-A819-6DC48C3107B8}" destId="{12D8D50D-53E5-481D-970E-59F2EC2C56E5}" srcOrd="4" destOrd="0" presId="urn:microsoft.com/office/officeart/2018/2/layout/IconVerticalSolidList"/>
    <dgm:cxn modelId="{DA348AA7-033C-FE44-99E4-7CF0302C533C}" type="presParOf" srcId="{082DA41A-6003-415E-B5CD-E844C43BD043}" destId="{6597C227-1CC6-4499-B274-EAAEA7EEFDBC}" srcOrd="1" destOrd="0" presId="urn:microsoft.com/office/officeart/2018/2/layout/IconVerticalSolidList"/>
    <dgm:cxn modelId="{4C488AA7-1165-3E4F-A20D-57D8DEB482AF}" type="presParOf" srcId="{082DA41A-6003-415E-B5CD-E844C43BD043}" destId="{E15DB817-4DB4-4CF8-8978-B4DAA655A57E}" srcOrd="2" destOrd="0" presId="urn:microsoft.com/office/officeart/2018/2/layout/IconVerticalSolidList"/>
    <dgm:cxn modelId="{5943DBF9-5886-8B42-BCE9-F248C3A882A3}" type="presParOf" srcId="{E15DB817-4DB4-4CF8-8978-B4DAA655A57E}" destId="{965BBEFA-F975-4CAB-A48F-F879E29F314F}" srcOrd="0" destOrd="0" presId="urn:microsoft.com/office/officeart/2018/2/layout/IconVerticalSolidList"/>
    <dgm:cxn modelId="{974C9AE2-1797-914E-8D3C-005CEF6E4285}" type="presParOf" srcId="{E15DB817-4DB4-4CF8-8978-B4DAA655A57E}" destId="{5E0946B9-1E38-4B4E-9938-CBB8330DFD6B}" srcOrd="1" destOrd="0" presId="urn:microsoft.com/office/officeart/2018/2/layout/IconVerticalSolidList"/>
    <dgm:cxn modelId="{9A8F9F31-8504-CE46-A8BE-191107E73EE9}" type="presParOf" srcId="{E15DB817-4DB4-4CF8-8978-B4DAA655A57E}" destId="{85EA9847-7E2B-4A6F-9B0E-7C3498AA845F}" srcOrd="2" destOrd="0" presId="urn:microsoft.com/office/officeart/2018/2/layout/IconVerticalSolidList"/>
    <dgm:cxn modelId="{835784E6-43F8-8847-B5B5-79DDC62B8C11}" type="presParOf" srcId="{E15DB817-4DB4-4CF8-8978-B4DAA655A57E}" destId="{325DBE8D-ABEF-4D8B-B1A2-0FB84304824C}" srcOrd="3" destOrd="0" presId="urn:microsoft.com/office/officeart/2018/2/layout/IconVerticalSolidList"/>
    <dgm:cxn modelId="{F60E039F-B4F5-9A43-A6BD-7C5CAD5A4F6F}" type="presParOf" srcId="{E15DB817-4DB4-4CF8-8978-B4DAA655A57E}" destId="{7F6CCADF-9251-405C-9D1A-BA4CFFBD7152}" srcOrd="4" destOrd="0" presId="urn:microsoft.com/office/officeart/2018/2/layout/IconVerticalSolidList"/>
    <dgm:cxn modelId="{BC938949-899C-434F-82FE-3211461E7303}" type="presParOf" srcId="{082DA41A-6003-415E-B5CD-E844C43BD043}" destId="{06C33417-5F11-4918-BA79-F49F78406358}" srcOrd="3" destOrd="0" presId="urn:microsoft.com/office/officeart/2018/2/layout/IconVerticalSolidList"/>
    <dgm:cxn modelId="{5148C4A4-25F2-064C-B6C3-FBFA411A755F}" type="presParOf" srcId="{082DA41A-6003-415E-B5CD-E844C43BD043}" destId="{3C26D33B-693C-4A2D-B1AB-CEF802D94E1F}" srcOrd="4" destOrd="0" presId="urn:microsoft.com/office/officeart/2018/2/layout/IconVerticalSolidList"/>
    <dgm:cxn modelId="{C524D54B-7389-0D4E-B8DB-E43A17C311E0}" type="presParOf" srcId="{3C26D33B-693C-4A2D-B1AB-CEF802D94E1F}" destId="{03E3618E-914B-45A2-A315-F8E8C74C7BCB}" srcOrd="0" destOrd="0" presId="urn:microsoft.com/office/officeart/2018/2/layout/IconVerticalSolidList"/>
    <dgm:cxn modelId="{22AEE364-4C8B-8C4E-96AA-8C1F9A5225FF}" type="presParOf" srcId="{3C26D33B-693C-4A2D-B1AB-CEF802D94E1F}" destId="{59399D25-D99D-414F-A6ED-D070F84A155A}" srcOrd="1" destOrd="0" presId="urn:microsoft.com/office/officeart/2018/2/layout/IconVerticalSolidList"/>
    <dgm:cxn modelId="{A195AC36-6CAD-EF4A-9622-768B76481886}" type="presParOf" srcId="{3C26D33B-693C-4A2D-B1AB-CEF802D94E1F}" destId="{E2165254-1AD3-4C81-8DF2-B3F8DA8A2354}" srcOrd="2" destOrd="0" presId="urn:microsoft.com/office/officeart/2018/2/layout/IconVerticalSolidList"/>
    <dgm:cxn modelId="{3B38CB0C-C115-994E-A5ED-D86D115BBCDC}" type="presParOf" srcId="{3C26D33B-693C-4A2D-B1AB-CEF802D94E1F}" destId="{022D2F4B-AB4F-4C82-95AB-20C0E6C1D2A6}" srcOrd="3" destOrd="0" presId="urn:microsoft.com/office/officeart/2018/2/layout/IconVerticalSolidList"/>
    <dgm:cxn modelId="{7534858C-DD95-0243-9EA9-4B263FCD258F}" type="presParOf" srcId="{3C26D33B-693C-4A2D-B1AB-CEF802D94E1F}" destId="{A7BEBFFD-6110-4319-95A8-C29731CE30DA}" srcOrd="4" destOrd="0" presId="urn:microsoft.com/office/officeart/2018/2/layout/IconVerticalSolidList"/>
    <dgm:cxn modelId="{239F5849-B52B-9B4D-A04C-49E51260CE5B}" type="presParOf" srcId="{082DA41A-6003-415E-B5CD-E844C43BD043}" destId="{EBFBE1E7-BC81-4448-8079-BD5EA382E593}" srcOrd="5" destOrd="0" presId="urn:microsoft.com/office/officeart/2018/2/layout/IconVerticalSolidList"/>
    <dgm:cxn modelId="{EEFD3CC8-AFC5-424A-985C-1F5270B8F4F1}" type="presParOf" srcId="{082DA41A-6003-415E-B5CD-E844C43BD043}" destId="{946955B3-22DB-4CA1-82DC-D6BF3F8A73DC}" srcOrd="6" destOrd="0" presId="urn:microsoft.com/office/officeart/2018/2/layout/IconVerticalSolidList"/>
    <dgm:cxn modelId="{F4C5FB02-5964-9A44-9E2F-5284757E768C}" type="presParOf" srcId="{946955B3-22DB-4CA1-82DC-D6BF3F8A73DC}" destId="{B1F0767B-ECDF-4404-92C6-8069B813C740}" srcOrd="0" destOrd="0" presId="urn:microsoft.com/office/officeart/2018/2/layout/IconVerticalSolidList"/>
    <dgm:cxn modelId="{E94D4450-3DA2-614A-9B49-D75817C65B30}" type="presParOf" srcId="{946955B3-22DB-4CA1-82DC-D6BF3F8A73DC}" destId="{6F069693-D0C0-48C5-83D8-6599B267481F}" srcOrd="1" destOrd="0" presId="urn:microsoft.com/office/officeart/2018/2/layout/IconVerticalSolidList"/>
    <dgm:cxn modelId="{5F21126B-DB4A-2F46-8C42-473D54A5B72E}" type="presParOf" srcId="{946955B3-22DB-4CA1-82DC-D6BF3F8A73DC}" destId="{6CF06DCA-F4A3-4159-B335-730C9953373E}" srcOrd="2" destOrd="0" presId="urn:microsoft.com/office/officeart/2018/2/layout/IconVerticalSolidList"/>
    <dgm:cxn modelId="{A0D7664D-47BA-504A-887D-B51A39E32A10}" type="presParOf" srcId="{946955B3-22DB-4CA1-82DC-D6BF3F8A73DC}" destId="{2A838BF0-326B-4D16-AD4C-9C8914DD1CBB}" srcOrd="3" destOrd="0" presId="urn:microsoft.com/office/officeart/2018/2/layout/IconVerticalSolidList"/>
    <dgm:cxn modelId="{5470C7DA-A6AE-E146-9741-45F90CFEED57}" type="presParOf" srcId="{946955B3-22DB-4CA1-82DC-D6BF3F8A73DC}" destId="{BEE86EB7-809A-497B-B659-F0B1675D5382}"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D16E4A-CA02-4B45-972E-F1DB09A85AD2}" type="doc">
      <dgm:prSet loTypeId="urn:microsoft.com/office/officeart/2005/8/layout/process1" loCatId="process" qsTypeId="urn:microsoft.com/office/officeart/2005/8/quickstyle/simple1" qsCatId="simple" csTypeId="urn:microsoft.com/office/officeart/2005/8/colors/accent1_2" csCatId="accent1" phldr="1"/>
      <dgm:spPr/>
    </dgm:pt>
    <dgm:pt modelId="{FE44642B-1DB4-4A4A-A211-18A37285F1E7}">
      <dgm:prSet phldrT="[Text]"/>
      <dgm:spPr/>
      <dgm:t>
        <a:bodyPr/>
        <a:lstStyle/>
        <a:p>
          <a:r>
            <a:rPr lang="en-US" dirty="0"/>
            <a:t>Dataset</a:t>
          </a:r>
        </a:p>
      </dgm:t>
    </dgm:pt>
    <dgm:pt modelId="{7784F1DB-D831-044D-BC23-CC15C087D56F}" type="parTrans" cxnId="{8F25610D-7AFA-C24F-90CE-D5CF187F406B}">
      <dgm:prSet/>
      <dgm:spPr/>
      <dgm:t>
        <a:bodyPr/>
        <a:lstStyle/>
        <a:p>
          <a:endParaRPr lang="en-US"/>
        </a:p>
      </dgm:t>
    </dgm:pt>
    <dgm:pt modelId="{E9142BDA-4F60-5041-AA81-D8CF7091972D}" type="sibTrans" cxnId="{8F25610D-7AFA-C24F-90CE-D5CF187F406B}">
      <dgm:prSet/>
      <dgm:spPr/>
      <dgm:t>
        <a:bodyPr/>
        <a:lstStyle/>
        <a:p>
          <a:endParaRPr lang="en-US"/>
        </a:p>
      </dgm:t>
    </dgm:pt>
    <dgm:pt modelId="{2E491EE6-38CC-F247-B49C-B5C6A6565528}">
      <dgm:prSet phldrT="[Text]"/>
      <dgm:spPr/>
      <dgm:t>
        <a:bodyPr/>
        <a:lstStyle/>
        <a:p>
          <a:r>
            <a:rPr lang="en-US" dirty="0"/>
            <a:t>Sentiment Labeling</a:t>
          </a:r>
        </a:p>
      </dgm:t>
    </dgm:pt>
    <dgm:pt modelId="{DD77C723-57F9-CC49-AE56-5D26311A3F93}" type="parTrans" cxnId="{3A99EF07-4629-9743-92E0-969F7D7CD6BC}">
      <dgm:prSet/>
      <dgm:spPr/>
      <dgm:t>
        <a:bodyPr/>
        <a:lstStyle/>
        <a:p>
          <a:endParaRPr lang="en-US"/>
        </a:p>
      </dgm:t>
    </dgm:pt>
    <dgm:pt modelId="{B1D9F0AD-71C7-5F45-A3C6-D912B3FFB419}" type="sibTrans" cxnId="{3A99EF07-4629-9743-92E0-969F7D7CD6BC}">
      <dgm:prSet/>
      <dgm:spPr/>
      <dgm:t>
        <a:bodyPr/>
        <a:lstStyle/>
        <a:p>
          <a:endParaRPr lang="en-US"/>
        </a:p>
      </dgm:t>
    </dgm:pt>
    <dgm:pt modelId="{2F397699-A094-ED43-84B5-BE2AE769041E}">
      <dgm:prSet phldrT="[Text]"/>
      <dgm:spPr/>
      <dgm:t>
        <a:bodyPr/>
        <a:lstStyle/>
        <a:p>
          <a:r>
            <a:rPr lang="en-US" dirty="0"/>
            <a:t>Data Splitting</a:t>
          </a:r>
        </a:p>
      </dgm:t>
    </dgm:pt>
    <dgm:pt modelId="{E186CA6F-688D-CC4A-B450-C97FABF6D126}" type="parTrans" cxnId="{57405954-D7A6-DC44-9408-638891505612}">
      <dgm:prSet/>
      <dgm:spPr/>
      <dgm:t>
        <a:bodyPr/>
        <a:lstStyle/>
        <a:p>
          <a:endParaRPr lang="en-US"/>
        </a:p>
      </dgm:t>
    </dgm:pt>
    <dgm:pt modelId="{59242042-9EB3-4A48-A75A-31C5492387CC}" type="sibTrans" cxnId="{57405954-D7A6-DC44-9408-638891505612}">
      <dgm:prSet/>
      <dgm:spPr/>
      <dgm:t>
        <a:bodyPr/>
        <a:lstStyle/>
        <a:p>
          <a:endParaRPr lang="en-US"/>
        </a:p>
      </dgm:t>
    </dgm:pt>
    <dgm:pt modelId="{F22BEE61-CA38-A448-8BCE-8245B9250B7F}">
      <dgm:prSet phldrT="[Text]"/>
      <dgm:spPr/>
      <dgm:t>
        <a:bodyPr/>
        <a:lstStyle/>
        <a:p>
          <a:r>
            <a:rPr lang="en-US" dirty="0"/>
            <a:t>Training Set (70%)</a:t>
          </a:r>
        </a:p>
      </dgm:t>
    </dgm:pt>
    <dgm:pt modelId="{9657FAB8-47AD-6F4C-A198-8E3C208A4D73}" type="parTrans" cxnId="{89603EBB-A6B7-A247-8284-41FB357C9E2E}">
      <dgm:prSet/>
      <dgm:spPr/>
      <dgm:t>
        <a:bodyPr/>
        <a:lstStyle/>
        <a:p>
          <a:endParaRPr lang="en-US"/>
        </a:p>
      </dgm:t>
    </dgm:pt>
    <dgm:pt modelId="{999DA7AB-E4A9-4D45-9A54-72CBF8657C8C}" type="sibTrans" cxnId="{89603EBB-A6B7-A247-8284-41FB357C9E2E}">
      <dgm:prSet/>
      <dgm:spPr/>
      <dgm:t>
        <a:bodyPr/>
        <a:lstStyle/>
        <a:p>
          <a:endParaRPr lang="en-US"/>
        </a:p>
      </dgm:t>
    </dgm:pt>
    <dgm:pt modelId="{A87FF7B2-93E1-C747-A79E-2E610DC5816B}">
      <dgm:prSet phldrT="[Text]"/>
      <dgm:spPr/>
      <dgm:t>
        <a:bodyPr/>
        <a:lstStyle/>
        <a:p>
          <a:r>
            <a:rPr lang="en-US" dirty="0"/>
            <a:t>Validation Set (15%)</a:t>
          </a:r>
        </a:p>
      </dgm:t>
    </dgm:pt>
    <dgm:pt modelId="{BA261FEB-7FFA-D143-BEC8-05BE6D09C4A1}" type="parTrans" cxnId="{6608DC57-17AA-9144-AB22-B34385688574}">
      <dgm:prSet/>
      <dgm:spPr/>
      <dgm:t>
        <a:bodyPr/>
        <a:lstStyle/>
        <a:p>
          <a:endParaRPr lang="en-US"/>
        </a:p>
      </dgm:t>
    </dgm:pt>
    <dgm:pt modelId="{7726A5FE-DD62-E448-A8F4-88091EF5A350}" type="sibTrans" cxnId="{6608DC57-17AA-9144-AB22-B34385688574}">
      <dgm:prSet/>
      <dgm:spPr/>
      <dgm:t>
        <a:bodyPr/>
        <a:lstStyle/>
        <a:p>
          <a:endParaRPr lang="en-US"/>
        </a:p>
      </dgm:t>
    </dgm:pt>
    <dgm:pt modelId="{451AB099-7EC2-F24F-B334-B2CB39C86831}">
      <dgm:prSet phldrT="[Text]"/>
      <dgm:spPr/>
      <dgm:t>
        <a:bodyPr/>
        <a:lstStyle/>
        <a:p>
          <a:r>
            <a:rPr lang="en-US" dirty="0"/>
            <a:t>Test Set (15%)</a:t>
          </a:r>
        </a:p>
      </dgm:t>
    </dgm:pt>
    <dgm:pt modelId="{067EA9E3-EB9E-3249-A4C1-474970CC67DD}" type="parTrans" cxnId="{3A1049D9-7812-3441-A9F1-5EC0E051BF55}">
      <dgm:prSet/>
      <dgm:spPr/>
      <dgm:t>
        <a:bodyPr/>
        <a:lstStyle/>
        <a:p>
          <a:endParaRPr lang="en-US"/>
        </a:p>
      </dgm:t>
    </dgm:pt>
    <dgm:pt modelId="{FF598911-C714-094A-A41F-09A8BC7A2032}" type="sibTrans" cxnId="{3A1049D9-7812-3441-A9F1-5EC0E051BF55}">
      <dgm:prSet/>
      <dgm:spPr/>
      <dgm:t>
        <a:bodyPr/>
        <a:lstStyle/>
        <a:p>
          <a:endParaRPr lang="en-US"/>
        </a:p>
      </dgm:t>
    </dgm:pt>
    <dgm:pt modelId="{030B0376-2A60-FA48-A4C8-5AA768F40750}" type="pres">
      <dgm:prSet presAssocID="{E0D16E4A-CA02-4B45-972E-F1DB09A85AD2}" presName="Name0" presStyleCnt="0">
        <dgm:presLayoutVars>
          <dgm:dir/>
          <dgm:resizeHandles val="exact"/>
        </dgm:presLayoutVars>
      </dgm:prSet>
      <dgm:spPr/>
    </dgm:pt>
    <dgm:pt modelId="{E4F2CF7A-1079-404C-AB2F-874F9043DD2B}" type="pres">
      <dgm:prSet presAssocID="{FE44642B-1DB4-4A4A-A211-18A37285F1E7}" presName="node" presStyleLbl="node1" presStyleIdx="0" presStyleCnt="3">
        <dgm:presLayoutVars>
          <dgm:bulletEnabled val="1"/>
        </dgm:presLayoutVars>
      </dgm:prSet>
      <dgm:spPr/>
    </dgm:pt>
    <dgm:pt modelId="{54B3A301-DFE1-024A-BAC7-D717E4C1B51A}" type="pres">
      <dgm:prSet presAssocID="{E9142BDA-4F60-5041-AA81-D8CF7091972D}" presName="sibTrans" presStyleLbl="sibTrans2D1" presStyleIdx="0" presStyleCnt="2"/>
      <dgm:spPr/>
    </dgm:pt>
    <dgm:pt modelId="{CC6B2CD1-B6A6-6943-A49F-34CAC66B7866}" type="pres">
      <dgm:prSet presAssocID="{E9142BDA-4F60-5041-AA81-D8CF7091972D}" presName="connectorText" presStyleLbl="sibTrans2D1" presStyleIdx="0" presStyleCnt="2"/>
      <dgm:spPr/>
    </dgm:pt>
    <dgm:pt modelId="{0D322EDC-0FD0-7043-A67A-2C3C4B8F3266}" type="pres">
      <dgm:prSet presAssocID="{2E491EE6-38CC-F247-B49C-B5C6A6565528}" presName="node" presStyleLbl="node1" presStyleIdx="1" presStyleCnt="3">
        <dgm:presLayoutVars>
          <dgm:bulletEnabled val="1"/>
        </dgm:presLayoutVars>
      </dgm:prSet>
      <dgm:spPr/>
    </dgm:pt>
    <dgm:pt modelId="{765994CB-A90A-5749-8E5A-C7C8933BCD07}" type="pres">
      <dgm:prSet presAssocID="{B1D9F0AD-71C7-5F45-A3C6-D912B3FFB419}" presName="sibTrans" presStyleLbl="sibTrans2D1" presStyleIdx="1" presStyleCnt="2"/>
      <dgm:spPr/>
    </dgm:pt>
    <dgm:pt modelId="{F95DC407-A310-954B-B5E5-23674F5865F8}" type="pres">
      <dgm:prSet presAssocID="{B1D9F0AD-71C7-5F45-A3C6-D912B3FFB419}" presName="connectorText" presStyleLbl="sibTrans2D1" presStyleIdx="1" presStyleCnt="2"/>
      <dgm:spPr/>
    </dgm:pt>
    <dgm:pt modelId="{4E909983-2022-3942-8404-BF59D09210A0}" type="pres">
      <dgm:prSet presAssocID="{2F397699-A094-ED43-84B5-BE2AE769041E}" presName="node" presStyleLbl="node1" presStyleIdx="2" presStyleCnt="3">
        <dgm:presLayoutVars>
          <dgm:bulletEnabled val="1"/>
        </dgm:presLayoutVars>
      </dgm:prSet>
      <dgm:spPr/>
    </dgm:pt>
  </dgm:ptLst>
  <dgm:cxnLst>
    <dgm:cxn modelId="{3A99EF07-4629-9743-92E0-969F7D7CD6BC}" srcId="{E0D16E4A-CA02-4B45-972E-F1DB09A85AD2}" destId="{2E491EE6-38CC-F247-B49C-B5C6A6565528}" srcOrd="1" destOrd="0" parTransId="{DD77C723-57F9-CC49-AE56-5D26311A3F93}" sibTransId="{B1D9F0AD-71C7-5F45-A3C6-D912B3FFB419}"/>
    <dgm:cxn modelId="{8F25610D-7AFA-C24F-90CE-D5CF187F406B}" srcId="{E0D16E4A-CA02-4B45-972E-F1DB09A85AD2}" destId="{FE44642B-1DB4-4A4A-A211-18A37285F1E7}" srcOrd="0" destOrd="0" parTransId="{7784F1DB-D831-044D-BC23-CC15C087D56F}" sibTransId="{E9142BDA-4F60-5041-AA81-D8CF7091972D}"/>
    <dgm:cxn modelId="{89C9BB20-8B5B-044D-86FB-DE41B879C247}" type="presOf" srcId="{E9142BDA-4F60-5041-AA81-D8CF7091972D}" destId="{CC6B2CD1-B6A6-6943-A49F-34CAC66B7866}" srcOrd="1" destOrd="0" presId="urn:microsoft.com/office/officeart/2005/8/layout/process1"/>
    <dgm:cxn modelId="{37B8C428-733A-1145-B0DE-246493F8C4B7}" type="presOf" srcId="{B1D9F0AD-71C7-5F45-A3C6-D912B3FFB419}" destId="{765994CB-A90A-5749-8E5A-C7C8933BCD07}" srcOrd="0" destOrd="0" presId="urn:microsoft.com/office/officeart/2005/8/layout/process1"/>
    <dgm:cxn modelId="{9387142D-268D-024F-9ABB-A5A6C6A6CDBD}" type="presOf" srcId="{B1D9F0AD-71C7-5F45-A3C6-D912B3FFB419}" destId="{F95DC407-A310-954B-B5E5-23674F5865F8}" srcOrd="1" destOrd="0" presId="urn:microsoft.com/office/officeart/2005/8/layout/process1"/>
    <dgm:cxn modelId="{57405954-D7A6-DC44-9408-638891505612}" srcId="{E0D16E4A-CA02-4B45-972E-F1DB09A85AD2}" destId="{2F397699-A094-ED43-84B5-BE2AE769041E}" srcOrd="2" destOrd="0" parTransId="{E186CA6F-688D-CC4A-B450-C97FABF6D126}" sibTransId="{59242042-9EB3-4A48-A75A-31C5492387CC}"/>
    <dgm:cxn modelId="{6608DC57-17AA-9144-AB22-B34385688574}" srcId="{2F397699-A094-ED43-84B5-BE2AE769041E}" destId="{A87FF7B2-93E1-C747-A79E-2E610DC5816B}" srcOrd="1" destOrd="0" parTransId="{BA261FEB-7FFA-D143-BEC8-05BE6D09C4A1}" sibTransId="{7726A5FE-DD62-E448-A8F4-88091EF5A350}"/>
    <dgm:cxn modelId="{D6D8AD5C-16FA-7C42-97E4-CC2E2A7FE6C2}" type="presOf" srcId="{A87FF7B2-93E1-C747-A79E-2E610DC5816B}" destId="{4E909983-2022-3942-8404-BF59D09210A0}" srcOrd="0" destOrd="2" presId="urn:microsoft.com/office/officeart/2005/8/layout/process1"/>
    <dgm:cxn modelId="{DC5E3069-28EE-5442-B0BE-185CB37E06D7}" type="presOf" srcId="{451AB099-7EC2-F24F-B334-B2CB39C86831}" destId="{4E909983-2022-3942-8404-BF59D09210A0}" srcOrd="0" destOrd="3" presId="urn:microsoft.com/office/officeart/2005/8/layout/process1"/>
    <dgm:cxn modelId="{1CFB2773-FE3D-BC43-849B-6C906F19B0C1}" type="presOf" srcId="{E0D16E4A-CA02-4B45-972E-F1DB09A85AD2}" destId="{030B0376-2A60-FA48-A4C8-5AA768F40750}" srcOrd="0" destOrd="0" presId="urn:microsoft.com/office/officeart/2005/8/layout/process1"/>
    <dgm:cxn modelId="{BDE27C8B-31A9-9B48-80D4-734306F824A8}" type="presOf" srcId="{2F397699-A094-ED43-84B5-BE2AE769041E}" destId="{4E909983-2022-3942-8404-BF59D09210A0}" srcOrd="0" destOrd="0" presId="urn:microsoft.com/office/officeart/2005/8/layout/process1"/>
    <dgm:cxn modelId="{89603EBB-A6B7-A247-8284-41FB357C9E2E}" srcId="{2F397699-A094-ED43-84B5-BE2AE769041E}" destId="{F22BEE61-CA38-A448-8BCE-8245B9250B7F}" srcOrd="0" destOrd="0" parTransId="{9657FAB8-47AD-6F4C-A198-8E3C208A4D73}" sibTransId="{999DA7AB-E4A9-4D45-9A54-72CBF8657C8C}"/>
    <dgm:cxn modelId="{459B6CC4-4E7F-8246-8767-4540CC105A37}" type="presOf" srcId="{F22BEE61-CA38-A448-8BCE-8245B9250B7F}" destId="{4E909983-2022-3942-8404-BF59D09210A0}" srcOrd="0" destOrd="1" presId="urn:microsoft.com/office/officeart/2005/8/layout/process1"/>
    <dgm:cxn modelId="{3A1049D9-7812-3441-A9F1-5EC0E051BF55}" srcId="{2F397699-A094-ED43-84B5-BE2AE769041E}" destId="{451AB099-7EC2-F24F-B334-B2CB39C86831}" srcOrd="2" destOrd="0" parTransId="{067EA9E3-EB9E-3249-A4C1-474970CC67DD}" sibTransId="{FF598911-C714-094A-A41F-09A8BC7A2032}"/>
    <dgm:cxn modelId="{7D5067EC-94B5-A94E-95E3-518821D074D8}" type="presOf" srcId="{2E491EE6-38CC-F247-B49C-B5C6A6565528}" destId="{0D322EDC-0FD0-7043-A67A-2C3C4B8F3266}" srcOrd="0" destOrd="0" presId="urn:microsoft.com/office/officeart/2005/8/layout/process1"/>
    <dgm:cxn modelId="{51C4EDF1-7C67-8F4C-BEF0-4C0CE0465C2C}" type="presOf" srcId="{E9142BDA-4F60-5041-AA81-D8CF7091972D}" destId="{54B3A301-DFE1-024A-BAC7-D717E4C1B51A}" srcOrd="0" destOrd="0" presId="urn:microsoft.com/office/officeart/2005/8/layout/process1"/>
    <dgm:cxn modelId="{8805E6FC-8120-AE4D-AD95-A2DD2FFDD96A}" type="presOf" srcId="{FE44642B-1DB4-4A4A-A211-18A37285F1E7}" destId="{E4F2CF7A-1079-404C-AB2F-874F9043DD2B}" srcOrd="0" destOrd="0" presId="urn:microsoft.com/office/officeart/2005/8/layout/process1"/>
    <dgm:cxn modelId="{DB415754-5789-7743-A6EE-54C29EA6D9BE}" type="presParOf" srcId="{030B0376-2A60-FA48-A4C8-5AA768F40750}" destId="{E4F2CF7A-1079-404C-AB2F-874F9043DD2B}" srcOrd="0" destOrd="0" presId="urn:microsoft.com/office/officeart/2005/8/layout/process1"/>
    <dgm:cxn modelId="{3C39409D-5338-D744-974B-7C3CE10153A6}" type="presParOf" srcId="{030B0376-2A60-FA48-A4C8-5AA768F40750}" destId="{54B3A301-DFE1-024A-BAC7-D717E4C1B51A}" srcOrd="1" destOrd="0" presId="urn:microsoft.com/office/officeart/2005/8/layout/process1"/>
    <dgm:cxn modelId="{9417DD2A-A063-594A-9DA8-E409344956A7}" type="presParOf" srcId="{54B3A301-DFE1-024A-BAC7-D717E4C1B51A}" destId="{CC6B2CD1-B6A6-6943-A49F-34CAC66B7866}" srcOrd="0" destOrd="0" presId="urn:microsoft.com/office/officeart/2005/8/layout/process1"/>
    <dgm:cxn modelId="{C84B8E0F-20B1-9E42-A7C3-21C655C2B9B9}" type="presParOf" srcId="{030B0376-2A60-FA48-A4C8-5AA768F40750}" destId="{0D322EDC-0FD0-7043-A67A-2C3C4B8F3266}" srcOrd="2" destOrd="0" presId="urn:microsoft.com/office/officeart/2005/8/layout/process1"/>
    <dgm:cxn modelId="{20042538-C30C-B84A-AAC4-9920213815F3}" type="presParOf" srcId="{030B0376-2A60-FA48-A4C8-5AA768F40750}" destId="{765994CB-A90A-5749-8E5A-C7C8933BCD07}" srcOrd="3" destOrd="0" presId="urn:microsoft.com/office/officeart/2005/8/layout/process1"/>
    <dgm:cxn modelId="{1038E17B-8220-4E4D-B01D-5796D165616B}" type="presParOf" srcId="{765994CB-A90A-5749-8E5A-C7C8933BCD07}" destId="{F95DC407-A310-954B-B5E5-23674F5865F8}" srcOrd="0" destOrd="0" presId="urn:microsoft.com/office/officeart/2005/8/layout/process1"/>
    <dgm:cxn modelId="{25170D27-6B81-4041-B1B2-2F966EA8C30B}" type="presParOf" srcId="{030B0376-2A60-FA48-A4C8-5AA768F40750}" destId="{4E909983-2022-3942-8404-BF59D09210A0}"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7C3DD7-A24F-CB40-B805-D195E6F7A60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2CA4B52-21BA-8B4D-B8C1-2178582BD337}">
      <dgm:prSet phldrT="[Text]"/>
      <dgm:spPr/>
      <dgm:t>
        <a:bodyPr/>
        <a:lstStyle/>
        <a:p>
          <a:r>
            <a:rPr lang="en-US" dirty="0"/>
            <a:t>Completed</a:t>
          </a:r>
        </a:p>
      </dgm:t>
    </dgm:pt>
    <dgm:pt modelId="{03F08E68-0614-0C4A-AF68-36EF218B6329}" type="parTrans" cxnId="{E7B80E8C-E14E-C34A-B4A7-33A801DEB4C0}">
      <dgm:prSet/>
      <dgm:spPr/>
      <dgm:t>
        <a:bodyPr/>
        <a:lstStyle/>
        <a:p>
          <a:endParaRPr lang="en-US"/>
        </a:p>
      </dgm:t>
    </dgm:pt>
    <dgm:pt modelId="{9D69701B-B4FD-0D47-A609-06631EBE80FC}" type="sibTrans" cxnId="{E7B80E8C-E14E-C34A-B4A7-33A801DEB4C0}">
      <dgm:prSet/>
      <dgm:spPr/>
      <dgm:t>
        <a:bodyPr/>
        <a:lstStyle/>
        <a:p>
          <a:endParaRPr lang="en-US"/>
        </a:p>
      </dgm:t>
    </dgm:pt>
    <dgm:pt modelId="{A66DD461-7BD5-FF47-B28D-28DB8705437F}">
      <dgm:prSet phldrT="[Text]"/>
      <dgm:spPr/>
      <dgm:t>
        <a:bodyPr/>
        <a:lstStyle/>
        <a:p>
          <a:pPr>
            <a:buNone/>
          </a:pPr>
          <a:r>
            <a:rPr lang="en-US" dirty="0"/>
            <a:t>✅ Data source identified and validated</a:t>
          </a:r>
        </a:p>
      </dgm:t>
    </dgm:pt>
    <dgm:pt modelId="{EB78D2C4-D9A7-9543-9D3A-3E4DF552938E}" type="parTrans" cxnId="{DBA246E5-AE7E-F140-854C-AE12547DF366}">
      <dgm:prSet/>
      <dgm:spPr/>
      <dgm:t>
        <a:bodyPr/>
        <a:lstStyle/>
        <a:p>
          <a:endParaRPr lang="en-US"/>
        </a:p>
      </dgm:t>
    </dgm:pt>
    <dgm:pt modelId="{6B605992-4915-C24F-8297-22E2D3646B08}" type="sibTrans" cxnId="{DBA246E5-AE7E-F140-854C-AE12547DF366}">
      <dgm:prSet/>
      <dgm:spPr/>
      <dgm:t>
        <a:bodyPr/>
        <a:lstStyle/>
        <a:p>
          <a:endParaRPr lang="en-US"/>
        </a:p>
      </dgm:t>
    </dgm:pt>
    <dgm:pt modelId="{B7C996E1-60F1-C04D-84AA-9198E54215F6}">
      <dgm:prSet phldrT="[Text]"/>
      <dgm:spPr/>
      <dgm:t>
        <a:bodyPr/>
        <a:lstStyle/>
        <a:p>
          <a:pPr>
            <a:buNone/>
          </a:pPr>
          <a:r>
            <a:rPr lang="en-US" dirty="0"/>
            <a:t>✅ ETL pipeline developed and tested</a:t>
          </a:r>
        </a:p>
      </dgm:t>
    </dgm:pt>
    <dgm:pt modelId="{61B4BE05-4F26-114E-A9ED-EF5534E29F6C}" type="parTrans" cxnId="{3018A88B-3BAB-B84B-9B37-4F9594426DB9}">
      <dgm:prSet/>
      <dgm:spPr/>
      <dgm:t>
        <a:bodyPr/>
        <a:lstStyle/>
        <a:p>
          <a:endParaRPr lang="en-US"/>
        </a:p>
      </dgm:t>
    </dgm:pt>
    <dgm:pt modelId="{1933C921-BCC2-024A-875F-1EC59A9DEF56}" type="sibTrans" cxnId="{3018A88B-3BAB-B84B-9B37-4F9594426DB9}">
      <dgm:prSet/>
      <dgm:spPr/>
      <dgm:t>
        <a:bodyPr/>
        <a:lstStyle/>
        <a:p>
          <a:endParaRPr lang="en-US"/>
        </a:p>
      </dgm:t>
    </dgm:pt>
    <dgm:pt modelId="{70B2B397-4AFD-2A40-9F4D-9C7DE1F2F85C}">
      <dgm:prSet phldrT="[Text]"/>
      <dgm:spPr/>
      <dgm:t>
        <a:bodyPr/>
        <a:lstStyle/>
        <a:p>
          <a:pPr>
            <a:buNone/>
          </a:pPr>
          <a:r>
            <a:rPr lang="en-US" dirty="0"/>
            <a:t>✅ Dataset profiled and structured</a:t>
          </a:r>
        </a:p>
      </dgm:t>
    </dgm:pt>
    <dgm:pt modelId="{EB35A018-1E4E-A84D-BDD2-F2B62A1B095A}" type="parTrans" cxnId="{23E6CCB0-B8A3-484A-8EF9-30DF6A51D5B5}">
      <dgm:prSet/>
      <dgm:spPr/>
      <dgm:t>
        <a:bodyPr/>
        <a:lstStyle/>
        <a:p>
          <a:endParaRPr lang="en-US"/>
        </a:p>
      </dgm:t>
    </dgm:pt>
    <dgm:pt modelId="{26A97447-3855-844F-9F59-0AB39A7432B9}" type="sibTrans" cxnId="{23E6CCB0-B8A3-484A-8EF9-30DF6A51D5B5}">
      <dgm:prSet/>
      <dgm:spPr/>
      <dgm:t>
        <a:bodyPr/>
        <a:lstStyle/>
        <a:p>
          <a:endParaRPr lang="en-US"/>
        </a:p>
      </dgm:t>
    </dgm:pt>
    <dgm:pt modelId="{89A740C0-93AD-A44D-9F41-07BF1C919AD6}">
      <dgm:prSet phldrT="[Text]"/>
      <dgm:spPr/>
      <dgm:t>
        <a:bodyPr/>
        <a:lstStyle/>
        <a:p>
          <a:pPr>
            <a:buNone/>
          </a:pPr>
          <a:r>
            <a:rPr lang="en-US" dirty="0"/>
            <a:t>✅ Initial preprocessing completed</a:t>
          </a:r>
        </a:p>
      </dgm:t>
    </dgm:pt>
    <dgm:pt modelId="{190EB6BA-F783-5141-B742-84DF0C4F9445}" type="parTrans" cxnId="{C7DC63E6-4EAB-3F45-BFB4-2BD52AB203D2}">
      <dgm:prSet/>
      <dgm:spPr/>
      <dgm:t>
        <a:bodyPr/>
        <a:lstStyle/>
        <a:p>
          <a:endParaRPr lang="en-US"/>
        </a:p>
      </dgm:t>
    </dgm:pt>
    <dgm:pt modelId="{524621FC-5208-F140-B8D2-E4884F27249B}" type="sibTrans" cxnId="{C7DC63E6-4EAB-3F45-BFB4-2BD52AB203D2}">
      <dgm:prSet/>
      <dgm:spPr/>
      <dgm:t>
        <a:bodyPr/>
        <a:lstStyle/>
        <a:p>
          <a:endParaRPr lang="en-US"/>
        </a:p>
      </dgm:t>
    </dgm:pt>
    <dgm:pt modelId="{C7DE3950-3160-2A4D-98B2-2C1F59E43404}">
      <dgm:prSet phldrT="[Text]"/>
      <dgm:spPr/>
      <dgm:t>
        <a:bodyPr/>
        <a:lstStyle/>
        <a:p>
          <a:pPr>
            <a:buNone/>
          </a:pPr>
          <a:r>
            <a:rPr lang="en-US" dirty="0"/>
            <a:t>Next Steps</a:t>
          </a:r>
        </a:p>
      </dgm:t>
    </dgm:pt>
    <dgm:pt modelId="{4EF7C8D3-E4A9-C140-8274-84AEE3FB0D41}" type="parTrans" cxnId="{195A4220-3967-2A45-8301-2677A96FC7F9}">
      <dgm:prSet/>
      <dgm:spPr/>
      <dgm:t>
        <a:bodyPr/>
        <a:lstStyle/>
        <a:p>
          <a:endParaRPr lang="en-US"/>
        </a:p>
      </dgm:t>
    </dgm:pt>
    <dgm:pt modelId="{BD5E672C-6E2A-EA43-9007-E3DA2BD73EEC}" type="sibTrans" cxnId="{195A4220-3967-2A45-8301-2677A96FC7F9}">
      <dgm:prSet/>
      <dgm:spPr/>
      <dgm:t>
        <a:bodyPr/>
        <a:lstStyle/>
        <a:p>
          <a:endParaRPr lang="en-US"/>
        </a:p>
      </dgm:t>
    </dgm:pt>
    <dgm:pt modelId="{11FDC994-449F-C344-BD50-C0AE336999E8}">
      <dgm:prSet phldrT="[Text]"/>
      <dgm:spPr/>
      <dgm:t>
        <a:bodyPr/>
        <a:lstStyle/>
        <a:p>
          <a:pPr>
            <a:buFont typeface="+mj-lt"/>
            <a:buAutoNum type="arabicPeriod"/>
          </a:pPr>
          <a:r>
            <a:rPr lang="en-US" dirty="0"/>
            <a:t>Complete full dataset collection</a:t>
          </a:r>
        </a:p>
      </dgm:t>
    </dgm:pt>
    <dgm:pt modelId="{B7B8835C-4146-C949-A2EF-2ABC6B709AF5}" type="parTrans" cxnId="{AC88860A-C2C8-0A4C-B117-78EEF0289245}">
      <dgm:prSet/>
      <dgm:spPr/>
      <dgm:t>
        <a:bodyPr/>
        <a:lstStyle/>
        <a:p>
          <a:endParaRPr lang="en-US"/>
        </a:p>
      </dgm:t>
    </dgm:pt>
    <dgm:pt modelId="{3C74028B-E29E-4442-BA40-192F4BCA70C4}" type="sibTrans" cxnId="{AC88860A-C2C8-0A4C-B117-78EEF0289245}">
      <dgm:prSet/>
      <dgm:spPr/>
      <dgm:t>
        <a:bodyPr/>
        <a:lstStyle/>
        <a:p>
          <a:endParaRPr lang="en-US"/>
        </a:p>
      </dgm:t>
    </dgm:pt>
    <dgm:pt modelId="{7CAD5048-75CB-C745-8AAB-F1DE6670770A}">
      <dgm:prSet phldrT="[Text]"/>
      <dgm:spPr/>
      <dgm:t>
        <a:bodyPr/>
        <a:lstStyle/>
        <a:p>
          <a:pPr>
            <a:buFont typeface="+mj-lt"/>
            <a:buAutoNum type="arabicPeriod"/>
          </a:pPr>
          <a:r>
            <a:rPr lang="en-US" dirty="0"/>
            <a:t>Generate sentiment labels</a:t>
          </a:r>
        </a:p>
      </dgm:t>
    </dgm:pt>
    <dgm:pt modelId="{B4F982EB-D1FB-1E4A-9402-5D5BC90C72FE}" type="parTrans" cxnId="{A475E5A4-1DEC-CB41-A5B3-4D10F6DD6694}">
      <dgm:prSet/>
      <dgm:spPr/>
      <dgm:t>
        <a:bodyPr/>
        <a:lstStyle/>
        <a:p>
          <a:endParaRPr lang="en-US"/>
        </a:p>
      </dgm:t>
    </dgm:pt>
    <dgm:pt modelId="{85349B3F-2B54-2B40-B2EA-CD7222D6133A}" type="sibTrans" cxnId="{A475E5A4-1DEC-CB41-A5B3-4D10F6DD6694}">
      <dgm:prSet/>
      <dgm:spPr/>
      <dgm:t>
        <a:bodyPr/>
        <a:lstStyle/>
        <a:p>
          <a:endParaRPr lang="en-US"/>
        </a:p>
      </dgm:t>
    </dgm:pt>
    <dgm:pt modelId="{09B02963-043E-7445-B01C-63C0B48E32B2}">
      <dgm:prSet phldrT="[Text]"/>
      <dgm:spPr/>
      <dgm:t>
        <a:bodyPr/>
        <a:lstStyle/>
        <a:p>
          <a:pPr>
            <a:buFont typeface="+mj-lt"/>
            <a:buAutoNum type="arabicPeriod"/>
          </a:pPr>
          <a:r>
            <a:rPr lang="en-US" dirty="0"/>
            <a:t>Train and evaluate NLP models</a:t>
          </a:r>
        </a:p>
      </dgm:t>
    </dgm:pt>
    <dgm:pt modelId="{37BBE740-4F32-FF4C-877C-2BF0071D5206}" type="parTrans" cxnId="{ED2ADCE3-5307-C546-9707-9D11AB5CD7AA}">
      <dgm:prSet/>
      <dgm:spPr/>
      <dgm:t>
        <a:bodyPr/>
        <a:lstStyle/>
        <a:p>
          <a:endParaRPr lang="en-US"/>
        </a:p>
      </dgm:t>
    </dgm:pt>
    <dgm:pt modelId="{00A6B6C4-9B1E-8141-AB14-4A47F90D4300}" type="sibTrans" cxnId="{ED2ADCE3-5307-C546-9707-9D11AB5CD7AA}">
      <dgm:prSet/>
      <dgm:spPr/>
      <dgm:t>
        <a:bodyPr/>
        <a:lstStyle/>
        <a:p>
          <a:endParaRPr lang="en-US"/>
        </a:p>
      </dgm:t>
    </dgm:pt>
    <dgm:pt modelId="{2BC648A4-8AF8-D642-8AFF-FAE88F1BF232}">
      <dgm:prSet phldrT="[Text]"/>
      <dgm:spPr/>
      <dgm:t>
        <a:bodyPr/>
        <a:lstStyle/>
        <a:p>
          <a:pPr>
            <a:buFont typeface="+mj-lt"/>
            <a:buAutoNum type="arabicPeriod"/>
          </a:pPr>
          <a:r>
            <a:rPr lang="en-US" dirty="0"/>
            <a:t>Perform exploratory data analysis</a:t>
          </a:r>
        </a:p>
      </dgm:t>
    </dgm:pt>
    <dgm:pt modelId="{D804D2CB-DAC2-E24D-A486-D7C39C7440DE}" type="sibTrans" cxnId="{1036665A-7C76-BC44-AC78-7EE7E4476288}">
      <dgm:prSet/>
      <dgm:spPr/>
      <dgm:t>
        <a:bodyPr/>
        <a:lstStyle/>
        <a:p>
          <a:endParaRPr lang="en-US"/>
        </a:p>
      </dgm:t>
    </dgm:pt>
    <dgm:pt modelId="{60ED3D77-95E4-3349-A3F0-E6BA7FED9BD0}" type="parTrans" cxnId="{1036665A-7C76-BC44-AC78-7EE7E4476288}">
      <dgm:prSet/>
      <dgm:spPr/>
      <dgm:t>
        <a:bodyPr/>
        <a:lstStyle/>
        <a:p>
          <a:endParaRPr lang="en-US"/>
        </a:p>
      </dgm:t>
    </dgm:pt>
    <dgm:pt modelId="{90F73A1F-5580-D14C-B85C-372933C89BCF}" type="pres">
      <dgm:prSet presAssocID="{EC7C3DD7-A24F-CB40-B805-D195E6F7A605}" presName="Name0" presStyleCnt="0">
        <dgm:presLayoutVars>
          <dgm:dir/>
          <dgm:animLvl val="lvl"/>
          <dgm:resizeHandles val="exact"/>
        </dgm:presLayoutVars>
      </dgm:prSet>
      <dgm:spPr/>
    </dgm:pt>
    <dgm:pt modelId="{C5EDCD83-29A0-344B-9044-B8CC037D8962}" type="pres">
      <dgm:prSet presAssocID="{C2CA4B52-21BA-8B4D-B8C1-2178582BD337}" presName="composite" presStyleCnt="0"/>
      <dgm:spPr/>
    </dgm:pt>
    <dgm:pt modelId="{F7CEFEFA-D9CA-284F-9C09-EACB1B4C2192}" type="pres">
      <dgm:prSet presAssocID="{C2CA4B52-21BA-8B4D-B8C1-2178582BD337}" presName="parTx" presStyleLbl="alignNode1" presStyleIdx="0" presStyleCnt="2">
        <dgm:presLayoutVars>
          <dgm:chMax val="0"/>
          <dgm:chPref val="0"/>
          <dgm:bulletEnabled val="1"/>
        </dgm:presLayoutVars>
      </dgm:prSet>
      <dgm:spPr/>
    </dgm:pt>
    <dgm:pt modelId="{2DEEBBF3-C24F-6A44-8F59-7C9286C0F195}" type="pres">
      <dgm:prSet presAssocID="{C2CA4B52-21BA-8B4D-B8C1-2178582BD337}" presName="desTx" presStyleLbl="alignAccFollowNode1" presStyleIdx="0" presStyleCnt="2">
        <dgm:presLayoutVars>
          <dgm:bulletEnabled val="1"/>
        </dgm:presLayoutVars>
      </dgm:prSet>
      <dgm:spPr/>
    </dgm:pt>
    <dgm:pt modelId="{8A531156-E1DF-FF41-9929-1D70F8E53AB8}" type="pres">
      <dgm:prSet presAssocID="{9D69701B-B4FD-0D47-A609-06631EBE80FC}" presName="space" presStyleCnt="0"/>
      <dgm:spPr/>
    </dgm:pt>
    <dgm:pt modelId="{993627CB-4D37-1A41-AAC3-DB458A7B74BF}" type="pres">
      <dgm:prSet presAssocID="{C7DE3950-3160-2A4D-98B2-2C1F59E43404}" presName="composite" presStyleCnt="0"/>
      <dgm:spPr/>
    </dgm:pt>
    <dgm:pt modelId="{C38E6105-186D-C943-8517-0F9E5C6B444A}" type="pres">
      <dgm:prSet presAssocID="{C7DE3950-3160-2A4D-98B2-2C1F59E43404}" presName="parTx" presStyleLbl="alignNode1" presStyleIdx="1" presStyleCnt="2">
        <dgm:presLayoutVars>
          <dgm:chMax val="0"/>
          <dgm:chPref val="0"/>
          <dgm:bulletEnabled val="1"/>
        </dgm:presLayoutVars>
      </dgm:prSet>
      <dgm:spPr/>
    </dgm:pt>
    <dgm:pt modelId="{73733732-A519-6F4E-8D59-2325B3EA4749}" type="pres">
      <dgm:prSet presAssocID="{C7DE3950-3160-2A4D-98B2-2C1F59E43404}" presName="desTx" presStyleLbl="alignAccFollowNode1" presStyleIdx="1" presStyleCnt="2">
        <dgm:presLayoutVars>
          <dgm:bulletEnabled val="1"/>
        </dgm:presLayoutVars>
      </dgm:prSet>
      <dgm:spPr/>
    </dgm:pt>
  </dgm:ptLst>
  <dgm:cxnLst>
    <dgm:cxn modelId="{AC88860A-C2C8-0A4C-B117-78EEF0289245}" srcId="{C7DE3950-3160-2A4D-98B2-2C1F59E43404}" destId="{11FDC994-449F-C344-BD50-C0AE336999E8}" srcOrd="0" destOrd="0" parTransId="{B7B8835C-4146-C949-A2EF-2ABC6B709AF5}" sibTransId="{3C74028B-E29E-4442-BA40-192F4BCA70C4}"/>
    <dgm:cxn modelId="{C46A221F-3DB2-A244-8B5E-35D29737CE62}" type="presOf" srcId="{C7DE3950-3160-2A4D-98B2-2C1F59E43404}" destId="{C38E6105-186D-C943-8517-0F9E5C6B444A}" srcOrd="0" destOrd="0" presId="urn:microsoft.com/office/officeart/2005/8/layout/hList1"/>
    <dgm:cxn modelId="{195A4220-3967-2A45-8301-2677A96FC7F9}" srcId="{EC7C3DD7-A24F-CB40-B805-D195E6F7A605}" destId="{C7DE3950-3160-2A4D-98B2-2C1F59E43404}" srcOrd="1" destOrd="0" parTransId="{4EF7C8D3-E4A9-C140-8274-84AEE3FB0D41}" sibTransId="{BD5E672C-6E2A-EA43-9007-E3DA2BD73EEC}"/>
    <dgm:cxn modelId="{CCC96E22-E7BA-ED4A-9766-953C6CD68B13}" type="presOf" srcId="{2BC648A4-8AF8-D642-8AFF-FAE88F1BF232}" destId="{73733732-A519-6F4E-8D59-2325B3EA4749}" srcOrd="0" destOrd="1" presId="urn:microsoft.com/office/officeart/2005/8/layout/hList1"/>
    <dgm:cxn modelId="{8EA4CF3F-8B8E-184B-994F-AC506962BD7C}" type="presOf" srcId="{89A740C0-93AD-A44D-9F41-07BF1C919AD6}" destId="{2DEEBBF3-C24F-6A44-8F59-7C9286C0F195}" srcOrd="0" destOrd="3" presId="urn:microsoft.com/office/officeart/2005/8/layout/hList1"/>
    <dgm:cxn modelId="{1036665A-7C76-BC44-AC78-7EE7E4476288}" srcId="{C7DE3950-3160-2A4D-98B2-2C1F59E43404}" destId="{2BC648A4-8AF8-D642-8AFF-FAE88F1BF232}" srcOrd="1" destOrd="0" parTransId="{60ED3D77-95E4-3349-A3F0-E6BA7FED9BD0}" sibTransId="{D804D2CB-DAC2-E24D-A486-D7C39C7440DE}"/>
    <dgm:cxn modelId="{F3C7BB5D-194A-7D42-839F-53A05CB35019}" type="presOf" srcId="{11FDC994-449F-C344-BD50-C0AE336999E8}" destId="{73733732-A519-6F4E-8D59-2325B3EA4749}" srcOrd="0" destOrd="0" presId="urn:microsoft.com/office/officeart/2005/8/layout/hList1"/>
    <dgm:cxn modelId="{DAA1A96C-2E91-734D-9FFD-562C9639376D}" type="presOf" srcId="{EC7C3DD7-A24F-CB40-B805-D195E6F7A605}" destId="{90F73A1F-5580-D14C-B85C-372933C89BCF}" srcOrd="0" destOrd="0" presId="urn:microsoft.com/office/officeart/2005/8/layout/hList1"/>
    <dgm:cxn modelId="{C98ED17A-8206-7A41-8613-51BB149CF45F}" type="presOf" srcId="{C2CA4B52-21BA-8B4D-B8C1-2178582BD337}" destId="{F7CEFEFA-D9CA-284F-9C09-EACB1B4C2192}" srcOrd="0" destOrd="0" presId="urn:microsoft.com/office/officeart/2005/8/layout/hList1"/>
    <dgm:cxn modelId="{3018A88B-3BAB-B84B-9B37-4F9594426DB9}" srcId="{C2CA4B52-21BA-8B4D-B8C1-2178582BD337}" destId="{B7C996E1-60F1-C04D-84AA-9198E54215F6}" srcOrd="1" destOrd="0" parTransId="{61B4BE05-4F26-114E-A9ED-EF5534E29F6C}" sibTransId="{1933C921-BCC2-024A-875F-1EC59A9DEF56}"/>
    <dgm:cxn modelId="{E7B80E8C-E14E-C34A-B4A7-33A801DEB4C0}" srcId="{EC7C3DD7-A24F-CB40-B805-D195E6F7A605}" destId="{C2CA4B52-21BA-8B4D-B8C1-2178582BD337}" srcOrd="0" destOrd="0" parTransId="{03F08E68-0614-0C4A-AF68-36EF218B6329}" sibTransId="{9D69701B-B4FD-0D47-A609-06631EBE80FC}"/>
    <dgm:cxn modelId="{5F43E38F-AA7B-214B-9DBD-28994082A9D4}" type="presOf" srcId="{A66DD461-7BD5-FF47-B28D-28DB8705437F}" destId="{2DEEBBF3-C24F-6A44-8F59-7C9286C0F195}" srcOrd="0" destOrd="0" presId="urn:microsoft.com/office/officeart/2005/8/layout/hList1"/>
    <dgm:cxn modelId="{F396B4A4-F7CD-A140-BF0B-7DBECCFEC6AA}" type="presOf" srcId="{7CAD5048-75CB-C745-8AAB-F1DE6670770A}" destId="{73733732-A519-6F4E-8D59-2325B3EA4749}" srcOrd="0" destOrd="2" presId="urn:microsoft.com/office/officeart/2005/8/layout/hList1"/>
    <dgm:cxn modelId="{A475E5A4-1DEC-CB41-A5B3-4D10F6DD6694}" srcId="{C7DE3950-3160-2A4D-98B2-2C1F59E43404}" destId="{7CAD5048-75CB-C745-8AAB-F1DE6670770A}" srcOrd="2" destOrd="0" parTransId="{B4F982EB-D1FB-1E4A-9402-5D5BC90C72FE}" sibTransId="{85349B3F-2B54-2B40-B2EA-CD7222D6133A}"/>
    <dgm:cxn modelId="{23E6CCB0-B8A3-484A-8EF9-30DF6A51D5B5}" srcId="{C2CA4B52-21BA-8B4D-B8C1-2178582BD337}" destId="{70B2B397-4AFD-2A40-9F4D-9C7DE1F2F85C}" srcOrd="2" destOrd="0" parTransId="{EB35A018-1E4E-A84D-BDD2-F2B62A1B095A}" sibTransId="{26A97447-3855-844F-9F59-0AB39A7432B9}"/>
    <dgm:cxn modelId="{46EDEBB2-FDB9-2042-BB30-6143FC352A26}" type="presOf" srcId="{09B02963-043E-7445-B01C-63C0B48E32B2}" destId="{73733732-A519-6F4E-8D59-2325B3EA4749}" srcOrd="0" destOrd="3" presId="urn:microsoft.com/office/officeart/2005/8/layout/hList1"/>
    <dgm:cxn modelId="{5569D5C3-6D57-0A46-AC44-9CF44FEB4212}" type="presOf" srcId="{70B2B397-4AFD-2A40-9F4D-9C7DE1F2F85C}" destId="{2DEEBBF3-C24F-6A44-8F59-7C9286C0F195}" srcOrd="0" destOrd="2" presId="urn:microsoft.com/office/officeart/2005/8/layout/hList1"/>
    <dgm:cxn modelId="{ED2ADCE3-5307-C546-9707-9D11AB5CD7AA}" srcId="{C7DE3950-3160-2A4D-98B2-2C1F59E43404}" destId="{09B02963-043E-7445-B01C-63C0B48E32B2}" srcOrd="3" destOrd="0" parTransId="{37BBE740-4F32-FF4C-877C-2BF0071D5206}" sibTransId="{00A6B6C4-9B1E-8141-AB14-4A47F90D4300}"/>
    <dgm:cxn modelId="{DBA246E5-AE7E-F140-854C-AE12547DF366}" srcId="{C2CA4B52-21BA-8B4D-B8C1-2178582BD337}" destId="{A66DD461-7BD5-FF47-B28D-28DB8705437F}" srcOrd="0" destOrd="0" parTransId="{EB78D2C4-D9A7-9543-9D3A-3E4DF552938E}" sibTransId="{6B605992-4915-C24F-8297-22E2D3646B08}"/>
    <dgm:cxn modelId="{C7DC63E6-4EAB-3F45-BFB4-2BD52AB203D2}" srcId="{C2CA4B52-21BA-8B4D-B8C1-2178582BD337}" destId="{89A740C0-93AD-A44D-9F41-07BF1C919AD6}" srcOrd="3" destOrd="0" parTransId="{190EB6BA-F783-5141-B742-84DF0C4F9445}" sibTransId="{524621FC-5208-F140-B8D2-E4884F27249B}"/>
    <dgm:cxn modelId="{588EECF7-DE9B-0A46-B81C-1C191E525DEE}" type="presOf" srcId="{B7C996E1-60F1-C04D-84AA-9198E54215F6}" destId="{2DEEBBF3-C24F-6A44-8F59-7C9286C0F195}" srcOrd="0" destOrd="1" presId="urn:microsoft.com/office/officeart/2005/8/layout/hList1"/>
    <dgm:cxn modelId="{7E53689C-C081-7E45-8C65-69BB61DD0485}" type="presParOf" srcId="{90F73A1F-5580-D14C-B85C-372933C89BCF}" destId="{C5EDCD83-29A0-344B-9044-B8CC037D8962}" srcOrd="0" destOrd="0" presId="urn:microsoft.com/office/officeart/2005/8/layout/hList1"/>
    <dgm:cxn modelId="{69E843D6-A382-464B-AA0E-3B7AAEF0ED57}" type="presParOf" srcId="{C5EDCD83-29A0-344B-9044-B8CC037D8962}" destId="{F7CEFEFA-D9CA-284F-9C09-EACB1B4C2192}" srcOrd="0" destOrd="0" presId="urn:microsoft.com/office/officeart/2005/8/layout/hList1"/>
    <dgm:cxn modelId="{F402C994-47E6-0A4E-AB65-50B63E861354}" type="presParOf" srcId="{C5EDCD83-29A0-344B-9044-B8CC037D8962}" destId="{2DEEBBF3-C24F-6A44-8F59-7C9286C0F195}" srcOrd="1" destOrd="0" presId="urn:microsoft.com/office/officeart/2005/8/layout/hList1"/>
    <dgm:cxn modelId="{052AB4E2-2269-724B-A96A-1F3552F69798}" type="presParOf" srcId="{90F73A1F-5580-D14C-B85C-372933C89BCF}" destId="{8A531156-E1DF-FF41-9929-1D70F8E53AB8}" srcOrd="1" destOrd="0" presId="urn:microsoft.com/office/officeart/2005/8/layout/hList1"/>
    <dgm:cxn modelId="{3D68FA5E-6B1A-9449-B78E-BEB3D7630BA8}" type="presParOf" srcId="{90F73A1F-5580-D14C-B85C-372933C89BCF}" destId="{993627CB-4D37-1A41-AAC3-DB458A7B74BF}" srcOrd="2" destOrd="0" presId="urn:microsoft.com/office/officeart/2005/8/layout/hList1"/>
    <dgm:cxn modelId="{101BA790-00D1-9F41-9009-102C7C0B9F20}" type="presParOf" srcId="{993627CB-4D37-1A41-AAC3-DB458A7B74BF}" destId="{C38E6105-186D-C943-8517-0F9E5C6B444A}" srcOrd="0" destOrd="0" presId="urn:microsoft.com/office/officeart/2005/8/layout/hList1"/>
    <dgm:cxn modelId="{AAE23866-4B06-474C-9CD6-CC9765006F2B}" type="presParOf" srcId="{993627CB-4D37-1A41-AAC3-DB458A7B74BF}" destId="{73733732-A519-6F4E-8D59-2325B3EA474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D38D6-9855-4A20-8743-13104ADDECAB}">
      <dsp:nvSpPr>
        <dsp:cNvPr id="0" name=""/>
        <dsp:cNvSpPr/>
      </dsp:nvSpPr>
      <dsp:spPr>
        <a:xfrm>
          <a:off x="0" y="4753"/>
          <a:ext cx="6832212" cy="1106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7F6FA6-E833-4956-8CC1-19DAFE91A87F}">
      <dsp:nvSpPr>
        <dsp:cNvPr id="0" name=""/>
        <dsp:cNvSpPr/>
      </dsp:nvSpPr>
      <dsp:spPr>
        <a:xfrm>
          <a:off x="334677" y="253687"/>
          <a:ext cx="608505" cy="6085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D4EBB4E-6A3E-4A9B-859E-4CF24D155066}">
      <dsp:nvSpPr>
        <dsp:cNvPr id="0" name=""/>
        <dsp:cNvSpPr/>
      </dsp:nvSpPr>
      <dsp:spPr>
        <a:xfrm>
          <a:off x="1277860" y="4753"/>
          <a:ext cx="3074495" cy="1106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091" tIns="117091" rIns="117091" bIns="117091" numCol="1" spcCol="1270" anchor="ctr" anchorCtr="0">
          <a:noAutofit/>
        </a:bodyPr>
        <a:lstStyle/>
        <a:p>
          <a:pPr marL="0" lvl="0" indent="0" algn="l" defTabSz="844550">
            <a:lnSpc>
              <a:spcPct val="100000"/>
            </a:lnSpc>
            <a:spcBef>
              <a:spcPct val="0"/>
            </a:spcBef>
            <a:spcAft>
              <a:spcPct val="35000"/>
            </a:spcAft>
            <a:buNone/>
          </a:pPr>
          <a:r>
            <a:rPr lang="en-US" sz="1900" kern="1200" dirty="0"/>
            <a:t>Playwright (Extract)</a:t>
          </a:r>
        </a:p>
      </dsp:txBody>
      <dsp:txXfrm>
        <a:off x="1277860" y="4753"/>
        <a:ext cx="3074495" cy="1106372"/>
      </dsp:txXfrm>
    </dsp:sp>
    <dsp:sp modelId="{12D8D50D-53E5-481D-970E-59F2EC2C56E5}">
      <dsp:nvSpPr>
        <dsp:cNvPr id="0" name=""/>
        <dsp:cNvSpPr/>
      </dsp:nvSpPr>
      <dsp:spPr>
        <a:xfrm>
          <a:off x="4352356" y="4753"/>
          <a:ext cx="2478606" cy="1106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091" tIns="117091" rIns="117091" bIns="117091" numCol="1" spcCol="1270" anchor="ctr" anchorCtr="0">
          <a:noAutofit/>
        </a:bodyPr>
        <a:lstStyle/>
        <a:p>
          <a:pPr marL="0" lvl="0" indent="0" algn="l" defTabSz="488950">
            <a:lnSpc>
              <a:spcPct val="100000"/>
            </a:lnSpc>
            <a:spcBef>
              <a:spcPct val="0"/>
            </a:spcBef>
            <a:spcAft>
              <a:spcPct val="35000"/>
            </a:spcAft>
            <a:buNone/>
          </a:pPr>
          <a:r>
            <a:rPr lang="en-US" sz="1100" kern="1200" dirty="0"/>
            <a:t>Access review archive</a:t>
          </a:r>
        </a:p>
        <a:p>
          <a:pPr marL="0" lvl="0" indent="0" algn="l" defTabSz="488950">
            <a:lnSpc>
              <a:spcPct val="100000"/>
            </a:lnSpc>
            <a:spcBef>
              <a:spcPct val="0"/>
            </a:spcBef>
            <a:spcAft>
              <a:spcPct val="35000"/>
            </a:spcAft>
            <a:buNone/>
          </a:pPr>
          <a:r>
            <a:rPr lang="en-US" sz="1100" kern="1200" dirty="0"/>
            <a:t>Collect article URLs</a:t>
          </a:r>
        </a:p>
        <a:p>
          <a:pPr marL="0" lvl="0" indent="0" algn="l" defTabSz="488950">
            <a:lnSpc>
              <a:spcPct val="100000"/>
            </a:lnSpc>
            <a:spcBef>
              <a:spcPct val="0"/>
            </a:spcBef>
            <a:spcAft>
              <a:spcPct val="35000"/>
            </a:spcAft>
            <a:buNone/>
          </a:pPr>
          <a:r>
            <a:rPr lang="en-US" sz="1100" kern="1200" dirty="0"/>
            <a:t>Retrieve webpage content</a:t>
          </a:r>
        </a:p>
      </dsp:txBody>
      <dsp:txXfrm>
        <a:off x="4352356" y="4753"/>
        <a:ext cx="2478606" cy="1106372"/>
      </dsp:txXfrm>
    </dsp:sp>
    <dsp:sp modelId="{965BBEFA-F975-4CAB-A48F-F879E29F314F}">
      <dsp:nvSpPr>
        <dsp:cNvPr id="0" name=""/>
        <dsp:cNvSpPr/>
      </dsp:nvSpPr>
      <dsp:spPr>
        <a:xfrm>
          <a:off x="0" y="1387719"/>
          <a:ext cx="6832212" cy="1106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0946B9-1E38-4B4E-9938-CBB8330DFD6B}">
      <dsp:nvSpPr>
        <dsp:cNvPr id="0" name=""/>
        <dsp:cNvSpPr/>
      </dsp:nvSpPr>
      <dsp:spPr>
        <a:xfrm>
          <a:off x="334677" y="1636653"/>
          <a:ext cx="608505" cy="6085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25DBE8D-ABEF-4D8B-B1A2-0FB84304824C}">
      <dsp:nvSpPr>
        <dsp:cNvPr id="0" name=""/>
        <dsp:cNvSpPr/>
      </dsp:nvSpPr>
      <dsp:spPr>
        <a:xfrm>
          <a:off x="1277860" y="1387719"/>
          <a:ext cx="3074495" cy="1106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091" tIns="117091" rIns="117091" bIns="117091" numCol="1" spcCol="1270" anchor="ctr" anchorCtr="0">
          <a:noAutofit/>
        </a:bodyPr>
        <a:lstStyle/>
        <a:p>
          <a:pPr marL="0" lvl="0" indent="0" algn="l" defTabSz="844550">
            <a:lnSpc>
              <a:spcPct val="100000"/>
            </a:lnSpc>
            <a:spcBef>
              <a:spcPct val="0"/>
            </a:spcBef>
            <a:spcAft>
              <a:spcPct val="35000"/>
            </a:spcAft>
            <a:buNone/>
          </a:pPr>
          <a:r>
            <a:rPr lang="en-US" sz="1900" kern="1200" dirty="0" err="1"/>
            <a:t>BeautifulSoup</a:t>
          </a:r>
          <a:r>
            <a:rPr lang="en-US" sz="1900" kern="1200" dirty="0"/>
            <a:t> (Transform)</a:t>
          </a:r>
        </a:p>
      </dsp:txBody>
      <dsp:txXfrm>
        <a:off x="1277860" y="1387719"/>
        <a:ext cx="3074495" cy="1106372"/>
      </dsp:txXfrm>
    </dsp:sp>
    <dsp:sp modelId="{7F6CCADF-9251-405C-9D1A-BA4CFFBD7152}">
      <dsp:nvSpPr>
        <dsp:cNvPr id="0" name=""/>
        <dsp:cNvSpPr/>
      </dsp:nvSpPr>
      <dsp:spPr>
        <a:xfrm>
          <a:off x="4352356" y="1387719"/>
          <a:ext cx="2478606" cy="1106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091" tIns="117091" rIns="117091" bIns="117091" numCol="1" spcCol="1270" anchor="ctr" anchorCtr="0">
          <a:noAutofit/>
        </a:bodyPr>
        <a:lstStyle/>
        <a:p>
          <a:pPr marL="0" lvl="0" indent="0" algn="l" defTabSz="488950">
            <a:lnSpc>
              <a:spcPct val="100000"/>
            </a:lnSpc>
            <a:spcBef>
              <a:spcPct val="0"/>
            </a:spcBef>
            <a:spcAft>
              <a:spcPct val="35000"/>
            </a:spcAft>
            <a:buNone/>
          </a:pPr>
          <a:r>
            <a:rPr lang="en-US" sz="1100" kern="1200" dirty="0"/>
            <a:t>Parse HTML content</a:t>
          </a:r>
        </a:p>
        <a:p>
          <a:pPr marL="0" lvl="0" indent="0" algn="l" defTabSz="488950">
            <a:lnSpc>
              <a:spcPct val="100000"/>
            </a:lnSpc>
            <a:spcBef>
              <a:spcPct val="0"/>
            </a:spcBef>
            <a:spcAft>
              <a:spcPct val="35000"/>
            </a:spcAft>
            <a:buNone/>
          </a:pPr>
          <a:r>
            <a:rPr lang="en-US" sz="1100" kern="1200" dirty="0"/>
            <a:t>Remove page formatting</a:t>
          </a:r>
        </a:p>
        <a:p>
          <a:pPr marL="0" lvl="0" indent="0" algn="l" defTabSz="488950">
            <a:lnSpc>
              <a:spcPct val="100000"/>
            </a:lnSpc>
            <a:spcBef>
              <a:spcPct val="0"/>
            </a:spcBef>
            <a:spcAft>
              <a:spcPct val="35000"/>
            </a:spcAft>
            <a:buNone/>
          </a:pPr>
          <a:r>
            <a:rPr lang="en-US" sz="1100" kern="1200" dirty="0"/>
            <a:t>Extract review text</a:t>
          </a:r>
        </a:p>
        <a:p>
          <a:pPr marL="0" lvl="0" indent="0" algn="l" defTabSz="488950">
            <a:lnSpc>
              <a:spcPct val="100000"/>
            </a:lnSpc>
            <a:spcBef>
              <a:spcPct val="0"/>
            </a:spcBef>
            <a:spcAft>
              <a:spcPct val="35000"/>
            </a:spcAft>
            <a:buNone/>
          </a:pPr>
          <a:r>
            <a:rPr lang="en-US" sz="1100" kern="1200" dirty="0"/>
            <a:t>Extract article metadata</a:t>
          </a:r>
        </a:p>
      </dsp:txBody>
      <dsp:txXfrm>
        <a:off x="4352356" y="1387719"/>
        <a:ext cx="2478606" cy="1106372"/>
      </dsp:txXfrm>
    </dsp:sp>
    <dsp:sp modelId="{03E3618E-914B-45A2-A315-F8E8C74C7BCB}">
      <dsp:nvSpPr>
        <dsp:cNvPr id="0" name=""/>
        <dsp:cNvSpPr/>
      </dsp:nvSpPr>
      <dsp:spPr>
        <a:xfrm>
          <a:off x="0" y="2770686"/>
          <a:ext cx="6832212" cy="1106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399D25-D99D-414F-A6ED-D070F84A155A}">
      <dsp:nvSpPr>
        <dsp:cNvPr id="0" name=""/>
        <dsp:cNvSpPr/>
      </dsp:nvSpPr>
      <dsp:spPr>
        <a:xfrm>
          <a:off x="334677" y="3019620"/>
          <a:ext cx="608505" cy="6085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22D2F4B-AB4F-4C82-95AB-20C0E6C1D2A6}">
      <dsp:nvSpPr>
        <dsp:cNvPr id="0" name=""/>
        <dsp:cNvSpPr/>
      </dsp:nvSpPr>
      <dsp:spPr>
        <a:xfrm>
          <a:off x="1277860" y="2770686"/>
          <a:ext cx="3074495" cy="1106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091" tIns="117091" rIns="117091" bIns="117091" numCol="1" spcCol="1270" anchor="ctr" anchorCtr="0">
          <a:noAutofit/>
        </a:bodyPr>
        <a:lstStyle/>
        <a:p>
          <a:pPr marL="0" lvl="0" indent="0" algn="l" defTabSz="844550">
            <a:lnSpc>
              <a:spcPct val="100000"/>
            </a:lnSpc>
            <a:spcBef>
              <a:spcPct val="0"/>
            </a:spcBef>
            <a:spcAft>
              <a:spcPct val="35000"/>
            </a:spcAft>
            <a:buNone/>
          </a:pPr>
          <a:r>
            <a:rPr lang="en-US" sz="1900" kern="1200" dirty="0"/>
            <a:t>Structured Feature Generation (Transform)</a:t>
          </a:r>
        </a:p>
      </dsp:txBody>
      <dsp:txXfrm>
        <a:off x="1277860" y="2770686"/>
        <a:ext cx="3074495" cy="1106372"/>
      </dsp:txXfrm>
    </dsp:sp>
    <dsp:sp modelId="{A7BEBFFD-6110-4319-95A8-C29731CE30DA}">
      <dsp:nvSpPr>
        <dsp:cNvPr id="0" name=""/>
        <dsp:cNvSpPr/>
      </dsp:nvSpPr>
      <dsp:spPr>
        <a:xfrm>
          <a:off x="4352356" y="2770686"/>
          <a:ext cx="2478606" cy="1106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091" tIns="117091" rIns="117091" bIns="117091" numCol="1" spcCol="1270" anchor="ctr" anchorCtr="0">
          <a:noAutofit/>
        </a:bodyPr>
        <a:lstStyle/>
        <a:p>
          <a:pPr marL="0" lvl="0" indent="0" algn="l" defTabSz="488950">
            <a:lnSpc>
              <a:spcPct val="100000"/>
            </a:lnSpc>
            <a:spcBef>
              <a:spcPct val="0"/>
            </a:spcBef>
            <a:spcAft>
              <a:spcPct val="35000"/>
            </a:spcAft>
            <a:buNone/>
          </a:pPr>
          <a:r>
            <a:rPr lang="en-US" sz="1100" kern="1200" dirty="0"/>
            <a:t>Classify product categories</a:t>
          </a:r>
        </a:p>
        <a:p>
          <a:pPr marL="0" lvl="0" indent="0" algn="l" defTabSz="488950">
            <a:lnSpc>
              <a:spcPct val="100000"/>
            </a:lnSpc>
            <a:spcBef>
              <a:spcPct val="0"/>
            </a:spcBef>
            <a:spcAft>
              <a:spcPct val="35000"/>
            </a:spcAft>
            <a:buNone/>
          </a:pPr>
          <a:r>
            <a:rPr lang="en-US" sz="1100" kern="1200" dirty="0"/>
            <a:t>Extract brand names</a:t>
          </a:r>
        </a:p>
        <a:p>
          <a:pPr marL="0" lvl="0" indent="0" algn="l" defTabSz="488950">
            <a:lnSpc>
              <a:spcPct val="100000"/>
            </a:lnSpc>
            <a:spcBef>
              <a:spcPct val="0"/>
            </a:spcBef>
            <a:spcAft>
              <a:spcPct val="35000"/>
            </a:spcAft>
            <a:buNone/>
          </a:pPr>
          <a:r>
            <a:rPr lang="en-US" sz="1100" kern="1200" dirty="0"/>
            <a:t>Extract product names</a:t>
          </a:r>
        </a:p>
        <a:p>
          <a:pPr marL="0" lvl="0" indent="0" algn="l" defTabSz="488950">
            <a:lnSpc>
              <a:spcPct val="100000"/>
            </a:lnSpc>
            <a:spcBef>
              <a:spcPct val="0"/>
            </a:spcBef>
            <a:spcAft>
              <a:spcPct val="35000"/>
            </a:spcAft>
            <a:buNone/>
          </a:pPr>
          <a:r>
            <a:rPr lang="en-US" sz="1100" kern="1200" dirty="0"/>
            <a:t>Normalize pricing data</a:t>
          </a:r>
        </a:p>
      </dsp:txBody>
      <dsp:txXfrm>
        <a:off x="4352356" y="2770686"/>
        <a:ext cx="2478606" cy="1106372"/>
      </dsp:txXfrm>
    </dsp:sp>
    <dsp:sp modelId="{B1F0767B-ECDF-4404-92C6-8069B813C740}">
      <dsp:nvSpPr>
        <dsp:cNvPr id="0" name=""/>
        <dsp:cNvSpPr/>
      </dsp:nvSpPr>
      <dsp:spPr>
        <a:xfrm>
          <a:off x="0" y="4153652"/>
          <a:ext cx="6832212" cy="1106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069693-D0C0-48C5-83D8-6599B267481F}">
      <dsp:nvSpPr>
        <dsp:cNvPr id="0" name=""/>
        <dsp:cNvSpPr/>
      </dsp:nvSpPr>
      <dsp:spPr>
        <a:xfrm>
          <a:off x="334677" y="4402586"/>
          <a:ext cx="608505" cy="6085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838BF0-326B-4D16-AD4C-9C8914DD1CBB}">
      <dsp:nvSpPr>
        <dsp:cNvPr id="0" name=""/>
        <dsp:cNvSpPr/>
      </dsp:nvSpPr>
      <dsp:spPr>
        <a:xfrm>
          <a:off x="1277860" y="4153652"/>
          <a:ext cx="3074495" cy="1106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091" tIns="117091" rIns="117091" bIns="117091" numCol="1" spcCol="1270" anchor="ctr" anchorCtr="0">
          <a:noAutofit/>
        </a:bodyPr>
        <a:lstStyle/>
        <a:p>
          <a:pPr marL="0" lvl="0" indent="0" algn="l" defTabSz="844550">
            <a:lnSpc>
              <a:spcPct val="100000"/>
            </a:lnSpc>
            <a:spcBef>
              <a:spcPct val="0"/>
            </a:spcBef>
            <a:spcAft>
              <a:spcPct val="35000"/>
            </a:spcAft>
            <a:buNone/>
          </a:pPr>
          <a:r>
            <a:rPr lang="en-US" sz="1900" kern="1200" dirty="0"/>
            <a:t>Structured Dataset (Load)</a:t>
          </a:r>
        </a:p>
      </dsp:txBody>
      <dsp:txXfrm>
        <a:off x="1277860" y="4153652"/>
        <a:ext cx="3074495" cy="1106372"/>
      </dsp:txXfrm>
    </dsp:sp>
    <dsp:sp modelId="{BEE86EB7-809A-497B-B659-F0B1675D5382}">
      <dsp:nvSpPr>
        <dsp:cNvPr id="0" name=""/>
        <dsp:cNvSpPr/>
      </dsp:nvSpPr>
      <dsp:spPr>
        <a:xfrm>
          <a:off x="4352356" y="4153652"/>
          <a:ext cx="2478606" cy="1106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091" tIns="117091" rIns="117091" bIns="117091" numCol="1" spcCol="1270" anchor="ctr" anchorCtr="0">
          <a:noAutofit/>
        </a:bodyPr>
        <a:lstStyle/>
        <a:p>
          <a:pPr marL="0" lvl="0" indent="0" algn="l" defTabSz="488950">
            <a:lnSpc>
              <a:spcPct val="100000"/>
            </a:lnSpc>
            <a:spcBef>
              <a:spcPct val="0"/>
            </a:spcBef>
            <a:spcAft>
              <a:spcPct val="35000"/>
            </a:spcAft>
            <a:buNone/>
          </a:pPr>
          <a:r>
            <a:rPr lang="en-US" sz="1100" kern="1200" dirty="0"/>
            <a:t>Load into Pandas </a:t>
          </a:r>
          <a:r>
            <a:rPr lang="en-US" sz="1100" kern="1200" dirty="0" err="1"/>
            <a:t>DataFrame</a:t>
          </a:r>
          <a:endParaRPr lang="en-US" sz="1100" kern="1200" dirty="0"/>
        </a:p>
        <a:p>
          <a:pPr marL="0" lvl="0" indent="0" algn="l" defTabSz="488950">
            <a:lnSpc>
              <a:spcPct val="100000"/>
            </a:lnSpc>
            <a:spcBef>
              <a:spcPct val="0"/>
            </a:spcBef>
            <a:spcAft>
              <a:spcPct val="35000"/>
            </a:spcAft>
            <a:buNone/>
          </a:pPr>
          <a:r>
            <a:rPr lang="en-US" sz="1100" kern="1200" dirty="0"/>
            <a:t>Integrate text, metadata, and product attributes </a:t>
          </a:r>
        </a:p>
        <a:p>
          <a:pPr marL="0" lvl="0" indent="0" algn="l" defTabSz="488950">
            <a:lnSpc>
              <a:spcPct val="100000"/>
            </a:lnSpc>
            <a:spcBef>
              <a:spcPct val="0"/>
            </a:spcBef>
            <a:spcAft>
              <a:spcPct val="35000"/>
            </a:spcAft>
            <a:buNone/>
          </a:pPr>
          <a:r>
            <a:rPr lang="en-US" sz="1100" kern="1200" dirty="0"/>
            <a:t>Export to CSV</a:t>
          </a:r>
        </a:p>
        <a:p>
          <a:pPr marL="0" lvl="0" indent="0" algn="l" defTabSz="488950">
            <a:lnSpc>
              <a:spcPct val="100000"/>
            </a:lnSpc>
            <a:spcBef>
              <a:spcPct val="0"/>
            </a:spcBef>
            <a:spcAft>
              <a:spcPct val="35000"/>
            </a:spcAft>
            <a:buNone/>
          </a:pPr>
          <a:r>
            <a:rPr lang="en-US" sz="1100" kern="1200" dirty="0"/>
            <a:t>Create analysis-ready dataset</a:t>
          </a:r>
        </a:p>
      </dsp:txBody>
      <dsp:txXfrm>
        <a:off x="4352356" y="4153652"/>
        <a:ext cx="2478606" cy="11063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F2CF7A-1079-404C-AB2F-874F9043DD2B}">
      <dsp:nvSpPr>
        <dsp:cNvPr id="0" name=""/>
        <dsp:cNvSpPr/>
      </dsp:nvSpPr>
      <dsp:spPr>
        <a:xfrm>
          <a:off x="4753" y="843178"/>
          <a:ext cx="1420816" cy="209126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Dataset</a:t>
          </a:r>
        </a:p>
      </dsp:txBody>
      <dsp:txXfrm>
        <a:off x="46367" y="884792"/>
        <a:ext cx="1337588" cy="2008036"/>
      </dsp:txXfrm>
    </dsp:sp>
    <dsp:sp modelId="{54B3A301-DFE1-024A-BAC7-D717E4C1B51A}">
      <dsp:nvSpPr>
        <dsp:cNvPr id="0" name=""/>
        <dsp:cNvSpPr/>
      </dsp:nvSpPr>
      <dsp:spPr>
        <a:xfrm>
          <a:off x="1567652" y="1712629"/>
          <a:ext cx="301213" cy="3523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567652" y="1783101"/>
        <a:ext cx="210849" cy="211418"/>
      </dsp:txXfrm>
    </dsp:sp>
    <dsp:sp modelId="{0D322EDC-0FD0-7043-A67A-2C3C4B8F3266}">
      <dsp:nvSpPr>
        <dsp:cNvPr id="0" name=""/>
        <dsp:cNvSpPr/>
      </dsp:nvSpPr>
      <dsp:spPr>
        <a:xfrm>
          <a:off x="1993897" y="843178"/>
          <a:ext cx="1420816" cy="209126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Sentiment Labeling</a:t>
          </a:r>
        </a:p>
      </dsp:txBody>
      <dsp:txXfrm>
        <a:off x="2035511" y="884792"/>
        <a:ext cx="1337588" cy="2008036"/>
      </dsp:txXfrm>
    </dsp:sp>
    <dsp:sp modelId="{765994CB-A90A-5749-8E5A-C7C8933BCD07}">
      <dsp:nvSpPr>
        <dsp:cNvPr id="0" name=""/>
        <dsp:cNvSpPr/>
      </dsp:nvSpPr>
      <dsp:spPr>
        <a:xfrm>
          <a:off x="3556795" y="1712629"/>
          <a:ext cx="301213" cy="3523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556795" y="1783101"/>
        <a:ext cx="210849" cy="211418"/>
      </dsp:txXfrm>
    </dsp:sp>
    <dsp:sp modelId="{4E909983-2022-3942-8404-BF59D09210A0}">
      <dsp:nvSpPr>
        <dsp:cNvPr id="0" name=""/>
        <dsp:cNvSpPr/>
      </dsp:nvSpPr>
      <dsp:spPr>
        <a:xfrm>
          <a:off x="3983040" y="843178"/>
          <a:ext cx="1420816" cy="209126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Data Splitting</a:t>
          </a:r>
        </a:p>
        <a:p>
          <a:pPr marL="114300" lvl="1" indent="-114300" algn="l" defTabSz="622300">
            <a:lnSpc>
              <a:spcPct val="90000"/>
            </a:lnSpc>
            <a:spcBef>
              <a:spcPct val="0"/>
            </a:spcBef>
            <a:spcAft>
              <a:spcPct val="15000"/>
            </a:spcAft>
            <a:buChar char="•"/>
          </a:pPr>
          <a:r>
            <a:rPr lang="en-US" sz="1400" kern="1200" dirty="0"/>
            <a:t>Training Set (70%)</a:t>
          </a:r>
        </a:p>
        <a:p>
          <a:pPr marL="114300" lvl="1" indent="-114300" algn="l" defTabSz="622300">
            <a:lnSpc>
              <a:spcPct val="90000"/>
            </a:lnSpc>
            <a:spcBef>
              <a:spcPct val="0"/>
            </a:spcBef>
            <a:spcAft>
              <a:spcPct val="15000"/>
            </a:spcAft>
            <a:buChar char="•"/>
          </a:pPr>
          <a:r>
            <a:rPr lang="en-US" sz="1400" kern="1200" dirty="0"/>
            <a:t>Validation Set (15%)</a:t>
          </a:r>
        </a:p>
        <a:p>
          <a:pPr marL="114300" lvl="1" indent="-114300" algn="l" defTabSz="622300">
            <a:lnSpc>
              <a:spcPct val="90000"/>
            </a:lnSpc>
            <a:spcBef>
              <a:spcPct val="0"/>
            </a:spcBef>
            <a:spcAft>
              <a:spcPct val="15000"/>
            </a:spcAft>
            <a:buChar char="•"/>
          </a:pPr>
          <a:r>
            <a:rPr lang="en-US" sz="1400" kern="1200" dirty="0"/>
            <a:t>Test Set (15%)</a:t>
          </a:r>
        </a:p>
      </dsp:txBody>
      <dsp:txXfrm>
        <a:off x="4024654" y="884792"/>
        <a:ext cx="1337588" cy="20080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EFEFA-D9CA-284F-9C09-EACB1B4C2192}">
      <dsp:nvSpPr>
        <dsp:cNvPr id="0" name=""/>
        <dsp:cNvSpPr/>
      </dsp:nvSpPr>
      <dsp:spPr>
        <a:xfrm>
          <a:off x="43" y="62261"/>
          <a:ext cx="4164299" cy="6336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Completed</a:t>
          </a:r>
        </a:p>
      </dsp:txBody>
      <dsp:txXfrm>
        <a:off x="43" y="62261"/>
        <a:ext cx="4164299" cy="633600"/>
      </dsp:txXfrm>
    </dsp:sp>
    <dsp:sp modelId="{2DEEBBF3-C24F-6A44-8F59-7C9286C0F195}">
      <dsp:nvSpPr>
        <dsp:cNvPr id="0" name=""/>
        <dsp:cNvSpPr/>
      </dsp:nvSpPr>
      <dsp:spPr>
        <a:xfrm>
          <a:off x="43" y="695861"/>
          <a:ext cx="4164299" cy="301950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None/>
          </a:pPr>
          <a:r>
            <a:rPr lang="en-US" sz="2200" kern="1200" dirty="0"/>
            <a:t>✅ Data source identified and validated</a:t>
          </a:r>
        </a:p>
        <a:p>
          <a:pPr marL="228600" lvl="1" indent="-228600" algn="l" defTabSz="977900">
            <a:lnSpc>
              <a:spcPct val="90000"/>
            </a:lnSpc>
            <a:spcBef>
              <a:spcPct val="0"/>
            </a:spcBef>
            <a:spcAft>
              <a:spcPct val="15000"/>
            </a:spcAft>
            <a:buNone/>
          </a:pPr>
          <a:r>
            <a:rPr lang="en-US" sz="2200" kern="1200" dirty="0"/>
            <a:t>✅ ETL pipeline developed and tested</a:t>
          </a:r>
        </a:p>
        <a:p>
          <a:pPr marL="228600" lvl="1" indent="-228600" algn="l" defTabSz="977900">
            <a:lnSpc>
              <a:spcPct val="90000"/>
            </a:lnSpc>
            <a:spcBef>
              <a:spcPct val="0"/>
            </a:spcBef>
            <a:spcAft>
              <a:spcPct val="15000"/>
            </a:spcAft>
            <a:buNone/>
          </a:pPr>
          <a:r>
            <a:rPr lang="en-US" sz="2200" kern="1200" dirty="0"/>
            <a:t>✅ Dataset profiled and structured</a:t>
          </a:r>
        </a:p>
        <a:p>
          <a:pPr marL="228600" lvl="1" indent="-228600" algn="l" defTabSz="977900">
            <a:lnSpc>
              <a:spcPct val="90000"/>
            </a:lnSpc>
            <a:spcBef>
              <a:spcPct val="0"/>
            </a:spcBef>
            <a:spcAft>
              <a:spcPct val="15000"/>
            </a:spcAft>
            <a:buNone/>
          </a:pPr>
          <a:r>
            <a:rPr lang="en-US" sz="2200" kern="1200" dirty="0"/>
            <a:t>✅ Initial preprocessing completed</a:t>
          </a:r>
        </a:p>
      </dsp:txBody>
      <dsp:txXfrm>
        <a:off x="43" y="695861"/>
        <a:ext cx="4164299" cy="3019500"/>
      </dsp:txXfrm>
    </dsp:sp>
    <dsp:sp modelId="{C38E6105-186D-C943-8517-0F9E5C6B444A}">
      <dsp:nvSpPr>
        <dsp:cNvPr id="0" name=""/>
        <dsp:cNvSpPr/>
      </dsp:nvSpPr>
      <dsp:spPr>
        <a:xfrm>
          <a:off x="4747344" y="62261"/>
          <a:ext cx="4164299" cy="6336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Next Steps</a:t>
          </a:r>
        </a:p>
      </dsp:txBody>
      <dsp:txXfrm>
        <a:off x="4747344" y="62261"/>
        <a:ext cx="4164299" cy="633600"/>
      </dsp:txXfrm>
    </dsp:sp>
    <dsp:sp modelId="{73733732-A519-6F4E-8D59-2325B3EA4749}">
      <dsp:nvSpPr>
        <dsp:cNvPr id="0" name=""/>
        <dsp:cNvSpPr/>
      </dsp:nvSpPr>
      <dsp:spPr>
        <a:xfrm>
          <a:off x="4747344" y="695861"/>
          <a:ext cx="4164299" cy="301950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mj-lt"/>
            <a:buAutoNum type="arabicPeriod"/>
          </a:pPr>
          <a:r>
            <a:rPr lang="en-US" sz="2200" kern="1200" dirty="0"/>
            <a:t>Complete full dataset collection</a:t>
          </a:r>
        </a:p>
        <a:p>
          <a:pPr marL="228600" lvl="1" indent="-228600" algn="l" defTabSz="977900">
            <a:lnSpc>
              <a:spcPct val="90000"/>
            </a:lnSpc>
            <a:spcBef>
              <a:spcPct val="0"/>
            </a:spcBef>
            <a:spcAft>
              <a:spcPct val="15000"/>
            </a:spcAft>
            <a:buFont typeface="+mj-lt"/>
            <a:buAutoNum type="arabicPeriod"/>
          </a:pPr>
          <a:r>
            <a:rPr lang="en-US" sz="2200" kern="1200" dirty="0"/>
            <a:t>Perform exploratory data analysis</a:t>
          </a:r>
        </a:p>
        <a:p>
          <a:pPr marL="228600" lvl="1" indent="-228600" algn="l" defTabSz="977900">
            <a:lnSpc>
              <a:spcPct val="90000"/>
            </a:lnSpc>
            <a:spcBef>
              <a:spcPct val="0"/>
            </a:spcBef>
            <a:spcAft>
              <a:spcPct val="15000"/>
            </a:spcAft>
            <a:buFont typeface="+mj-lt"/>
            <a:buAutoNum type="arabicPeriod"/>
          </a:pPr>
          <a:r>
            <a:rPr lang="en-US" sz="2200" kern="1200" dirty="0"/>
            <a:t>Generate sentiment labels</a:t>
          </a:r>
        </a:p>
        <a:p>
          <a:pPr marL="228600" lvl="1" indent="-228600" algn="l" defTabSz="977900">
            <a:lnSpc>
              <a:spcPct val="90000"/>
            </a:lnSpc>
            <a:spcBef>
              <a:spcPct val="0"/>
            </a:spcBef>
            <a:spcAft>
              <a:spcPct val="15000"/>
            </a:spcAft>
            <a:buFont typeface="+mj-lt"/>
            <a:buAutoNum type="arabicPeriod"/>
          </a:pPr>
          <a:r>
            <a:rPr lang="en-US" sz="2200" kern="1200" dirty="0"/>
            <a:t>Train and evaluate NLP models</a:t>
          </a:r>
        </a:p>
      </dsp:txBody>
      <dsp:txXfrm>
        <a:off x="4747344" y="695861"/>
        <a:ext cx="4164299" cy="30195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F82D20-900E-6C40-A05F-D83DFCD9E8C9}" type="datetimeFigureOut">
              <a:rPr lang="en-US" smtClean="0"/>
              <a:t>6/19/26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5C8D34-605E-5F4F-8998-DB15DC56D40F}" type="slidenum">
              <a:rPr lang="en-US" smtClean="0"/>
              <a:t>‹#›</a:t>
            </a:fld>
            <a:endParaRPr lang="en-US"/>
          </a:p>
        </p:txBody>
      </p:sp>
    </p:spTree>
    <p:extLst>
      <p:ext uri="{BB962C8B-B14F-4D97-AF65-F5344CB8AC3E}">
        <p14:creationId xmlns:p14="http://schemas.microsoft.com/office/powerpoint/2010/main" val="3449632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Austin Engstrom, and welcome to Presentation 2 for my project, </a:t>
            </a:r>
            <a:r>
              <a:rPr lang="en-US" sz="1800" b="0" kern="1200" dirty="0">
                <a:solidFill>
                  <a:schemeClr val="tx1"/>
                </a:solidFill>
                <a:latin typeface="+mn-lt"/>
                <a:ea typeface="+mn-ea"/>
                <a:cs typeface="+mn-cs"/>
              </a:rPr>
              <a:t>Sentiment Intelligence for Mountain Bike Product Reviews: A comparative NLP Case Study</a:t>
            </a:r>
            <a:r>
              <a:rPr lang="en-US" dirty="0"/>
              <a:t>.</a:t>
            </a:r>
          </a:p>
          <a:p>
            <a:endParaRPr lang="en-US" dirty="0"/>
          </a:p>
          <a:p>
            <a:r>
              <a:rPr lang="en-US" dirty="0"/>
              <a:t>In this presentation, I will discuss how the review dataset is collected, transformed, and prepared for analysis. Specifically, I will cover the data source, the ETL process used to build the dataset, initial data profiling results, cleaning and preprocessing activities, and the preparation steps that will support future sentiment modeling.</a:t>
            </a:r>
          </a:p>
          <a:p>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1</a:t>
            </a:fld>
            <a:endParaRPr lang="en-US"/>
          </a:p>
        </p:txBody>
      </p:sp>
    </p:spTree>
    <p:extLst>
      <p:ext uri="{BB962C8B-B14F-4D97-AF65-F5344CB8AC3E}">
        <p14:creationId xmlns:p14="http://schemas.microsoft.com/office/powerpoint/2010/main" val="1356751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data source for this project is the Pinkbike Reviews archive. Pinkbike is one of the largest mountain bike media platforms and publishes detailed reviews covering bicycles, suspension components, wheels, tires, protective gear, as well as other components and accessories.</a:t>
            </a:r>
          </a:p>
          <a:p>
            <a:endParaRPr lang="en-US" dirty="0"/>
          </a:p>
          <a:p>
            <a:r>
              <a:rPr lang="en-US" dirty="0"/>
              <a:t>Approximately 300 review article URLs have been identified within the review archive, and more are being posted on a nearly daily basis. These articles provide both structured information, such as publication dates and authors, and unstructured review text that will serve as the foundation for the sentiment analysis portion of the project.</a:t>
            </a:r>
          </a:p>
          <a:p>
            <a:endParaRPr lang="en-US" dirty="0"/>
          </a:p>
          <a:p>
            <a:r>
              <a:rPr lang="en-US" dirty="0"/>
              <a:t>The dataset includes article metadata, full review text, product information, pricing information, and product classifications. The image on the right shows a typical review article from Pinkbike. While readers see this as a webpage, the extraction process converts the article into structured records that can be analyzed using data science and natural language processing techniques.</a:t>
            </a:r>
          </a:p>
          <a:p>
            <a:endParaRPr lang="en-US" dirty="0"/>
          </a:p>
          <a:p>
            <a:r>
              <a:rPr lang="en-US" dirty="0"/>
              <a:t>Because the content is publicly accessible, the project is limited to educational and non-commercial research use and does not collect any personal user information.</a:t>
            </a:r>
          </a:p>
          <a:p>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2</a:t>
            </a:fld>
            <a:endParaRPr lang="en-US"/>
          </a:p>
        </p:txBody>
      </p:sp>
    </p:spTree>
    <p:extLst>
      <p:ext uri="{BB962C8B-B14F-4D97-AF65-F5344CB8AC3E}">
        <p14:creationId xmlns:p14="http://schemas.microsoft.com/office/powerpoint/2010/main" val="3166620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created through a multi-step ETL process consisting of extraction, transformation, and loading activities.</a:t>
            </a:r>
          </a:p>
          <a:p>
            <a:endParaRPr lang="en-US" dirty="0"/>
          </a:p>
          <a:p>
            <a:r>
              <a:rPr lang="en-US" dirty="0"/>
              <a:t>First, Playwright is used to access the Pinkbike review archive, collect review article URLs, and retrieve webpage content. Playwright was selected because it reliably handles modern websites and provides a stable framework for automated collection.</a:t>
            </a:r>
          </a:p>
          <a:p>
            <a:endParaRPr lang="en-US" dirty="0"/>
          </a:p>
          <a:p>
            <a:r>
              <a:rPr lang="en-US" dirty="0"/>
              <a:t>Once webpage content has been retrieved, </a:t>
            </a:r>
            <a:r>
              <a:rPr lang="en-US" dirty="0" err="1"/>
              <a:t>BeautifulSoup</a:t>
            </a:r>
            <a:r>
              <a:rPr lang="en-US" dirty="0"/>
              <a:t> parses the HTML structure, removes webpage formatting elements, and extracts both review text and article metadata.</a:t>
            </a:r>
          </a:p>
          <a:p>
            <a:endParaRPr lang="en-US" dirty="0"/>
          </a:p>
          <a:p>
            <a:r>
              <a:rPr lang="en-US" dirty="0"/>
              <a:t>During transformation, additional structured features are generated. These include product categories, brand names, product names, and normalized pricing information.</a:t>
            </a:r>
          </a:p>
          <a:p>
            <a:endParaRPr lang="en-US" dirty="0"/>
          </a:p>
          <a:p>
            <a:r>
              <a:rPr lang="en-US" dirty="0"/>
              <a:t>Finally, the processed records are loaded into a Pandas </a:t>
            </a:r>
            <a:r>
              <a:rPr lang="en-US" dirty="0" err="1"/>
              <a:t>DataFrame</a:t>
            </a:r>
            <a:r>
              <a:rPr lang="en-US" dirty="0"/>
              <a:t> and exported to CSV format, creating an analysis-ready dataset. Although the project uses a single external source, data integration occurs by combining review text, metadata, and extracted product attributes into a unified record for each review article.</a:t>
            </a:r>
          </a:p>
          <a:p>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3</a:t>
            </a:fld>
            <a:endParaRPr lang="en-US"/>
          </a:p>
        </p:txBody>
      </p:sp>
    </p:spTree>
    <p:extLst>
      <p:ext uri="{BB962C8B-B14F-4D97-AF65-F5344CB8AC3E}">
        <p14:creationId xmlns:p14="http://schemas.microsoft.com/office/powerpoint/2010/main" val="4045086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collection and transformation, the dataset was profiled to better understand its structure and overall quality.</a:t>
            </a:r>
          </a:p>
          <a:p>
            <a:endParaRPr lang="en-US" dirty="0"/>
          </a:p>
          <a:p>
            <a:r>
              <a:rPr lang="en-US" dirty="0"/>
              <a:t>The dataset contains both structured and unstructured variables. Structured variables include product information, pricing data, publication dates, and classifications, while the full review text serves as the primary input for future sentiment analysis.</a:t>
            </a:r>
          </a:p>
          <a:p>
            <a:endParaRPr lang="en-US" dirty="0"/>
          </a:p>
          <a:p>
            <a:r>
              <a:rPr lang="en-US" dirty="0"/>
              <a:t>Initial profiling focused on evaluating the completeness of extracted fields, understanding text length distributions, reviewing product category distributions, and identifying missing pricing information.</a:t>
            </a:r>
          </a:p>
          <a:p>
            <a:endParaRPr lang="en-US" dirty="0"/>
          </a:p>
          <a:p>
            <a:r>
              <a:rPr lang="en-US" dirty="0"/>
              <a:t>The table on the right summarizes the major components of the dataset. These components include metadata, product information, classification variables, pricing data, content features, and the review text itself.</a:t>
            </a:r>
          </a:p>
          <a:p>
            <a:endParaRPr lang="en-US" dirty="0"/>
          </a:p>
          <a:p>
            <a:r>
              <a:rPr lang="en-US" dirty="0"/>
              <a:t>The complete dataset currently contains sixteen extracted fields that provide multiple opportunities for segmentation and analysis beyond sentiment prediction alone.</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4</a:t>
            </a:fld>
            <a:endParaRPr lang="en-US"/>
          </a:p>
        </p:txBody>
      </p:sp>
    </p:spTree>
    <p:extLst>
      <p:ext uri="{BB962C8B-B14F-4D97-AF65-F5344CB8AC3E}">
        <p14:creationId xmlns:p14="http://schemas.microsoft.com/office/powerpoint/2010/main" val="3300328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profiling, several cleaning and preprocessing activities were performed to improve consistency and prepare the data for analysis.</a:t>
            </a:r>
          </a:p>
          <a:p>
            <a:endParaRPr lang="en-US" dirty="0"/>
          </a:p>
          <a:p>
            <a:r>
              <a:rPr lang="en-US" dirty="0"/>
              <a:t>HTML and webpage formatting elements were removed to isolate the review content itself. Publication dates and retail pricing values were standardized to create consistent formats across records.</a:t>
            </a:r>
          </a:p>
          <a:p>
            <a:endParaRPr lang="en-US" dirty="0"/>
          </a:p>
          <a:p>
            <a:r>
              <a:rPr lang="en-US" dirty="0"/>
              <a:t>Additional extraction logic was developed to identify product categories, subcategories, brands, and product names. Currency values were normalized, and publication dates were standardized to support future analysis.</a:t>
            </a:r>
          </a:p>
          <a:p>
            <a:endParaRPr lang="en-US" dirty="0"/>
          </a:p>
          <a:p>
            <a:r>
              <a:rPr lang="en-US" dirty="0"/>
              <a:t>Missing pricing information was retained as null values because not all reviews include retail pricing. Data completeness was evaluated across fields, and missing values were identified during profiling.</a:t>
            </a:r>
          </a:p>
          <a:p>
            <a:endParaRPr lang="en-US" dirty="0"/>
          </a:p>
          <a:p>
            <a:r>
              <a:rPr lang="en-US" dirty="0"/>
              <a:t>Variable reduction focused on removing navigation elements, advertising content, and other non-review webpage components that do not contribute to sentiment analysis.</a:t>
            </a:r>
          </a:p>
          <a:p>
            <a:endParaRPr lang="en-US" dirty="0"/>
          </a:p>
          <a:p>
            <a:r>
              <a:rPr lang="en-US" dirty="0"/>
              <a:t>Because the project focuses primarily on textual review content, traditional numeric outlier detection is less applicable. However, article text lengths and pricing distributions were reviewed during profiling to identify potential extraction anomalies.</a:t>
            </a:r>
          </a:p>
          <a:p>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5</a:t>
            </a:fld>
            <a:endParaRPr lang="en-US"/>
          </a:p>
        </p:txBody>
      </p:sp>
    </p:spTree>
    <p:extLst>
      <p:ext uri="{BB962C8B-B14F-4D97-AF65-F5344CB8AC3E}">
        <p14:creationId xmlns:p14="http://schemas.microsoft.com/office/powerpoint/2010/main" val="2918565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preprocessing activities required for model development will occur after sentiment labels have been generated.</a:t>
            </a:r>
          </a:p>
          <a:p>
            <a:endParaRPr lang="en-US" dirty="0"/>
          </a:p>
          <a:p>
            <a:r>
              <a:rPr lang="en-US" dirty="0"/>
              <a:t>Product categories and brand information will be retained as categorical variables and encoded as needed by the selected modeling approach. Retail pricing information has already been normalized during preprocessing, while additional scaling will be applied only if required by specific machine learning models.</a:t>
            </a:r>
          </a:p>
          <a:p>
            <a:endParaRPr lang="en-US" dirty="0"/>
          </a:p>
          <a:p>
            <a:r>
              <a:rPr lang="en-US" dirty="0"/>
              <a:t>Because sentiment labels have not yet been assigned, class imbalance cannot yet be fully assessed. Once labels are generated, the class distribution will be evaluated and techniques such as class weighting will be considered if necessary.</a:t>
            </a:r>
          </a:p>
          <a:p>
            <a:endParaRPr lang="en-US" dirty="0"/>
          </a:p>
          <a:p>
            <a:r>
              <a:rPr lang="en-US" dirty="0"/>
              <a:t>The workflow shown on the right outlines the planned progression from the completed dataset to sentiment labeling and then to data splitting. The final dataset will be partitioned into training, validation, and testing subsets using a seventy-fifteen-fifteen split to support model development and evaluation.</a:t>
            </a:r>
          </a:p>
          <a:p>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6</a:t>
            </a:fld>
            <a:endParaRPr lang="en-US"/>
          </a:p>
        </p:txBody>
      </p:sp>
    </p:spTree>
    <p:extLst>
      <p:ext uri="{BB962C8B-B14F-4D97-AF65-F5344CB8AC3E}">
        <p14:creationId xmlns:p14="http://schemas.microsoft.com/office/powerpoint/2010/main" val="324130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focused on the data collection and preparation phase of the project.</a:t>
            </a:r>
          </a:p>
          <a:p>
            <a:endParaRPr lang="en-US" dirty="0"/>
          </a:p>
          <a:p>
            <a:r>
              <a:rPr lang="en-US" dirty="0"/>
              <a:t>At this stage, the data source has been identified and validated, the ETL pipeline has been developed and tested, the dataset has been profiled, and the initial preprocessing framework has been established.</a:t>
            </a:r>
          </a:p>
          <a:p>
            <a:endParaRPr lang="en-US" dirty="0"/>
          </a:p>
          <a:p>
            <a:r>
              <a:rPr lang="en-US" dirty="0"/>
              <a:t>The next phase of the project will focus on completing dataset collection, generating sentiment labels, conducting exploratory data analysis, and training and evaluating NLP models.</a:t>
            </a:r>
          </a:p>
          <a:p>
            <a:endParaRPr lang="en-US" dirty="0"/>
          </a:p>
          <a:p>
            <a:r>
              <a:rPr lang="en-US" dirty="0"/>
              <a:t>These activities will provide the foundation for comparing sentiment analysis approaches and generating actionable insights from mountain bike product reviews.</a:t>
            </a:r>
          </a:p>
          <a:p>
            <a:endParaRPr lang="en-US" dirty="0"/>
          </a:p>
          <a:p>
            <a:r>
              <a:rPr lang="en-US" dirty="0"/>
              <a:t>Thank you, and I look forward to any questions or feedback.</a:t>
            </a:r>
          </a:p>
          <a:p>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7</a:t>
            </a:fld>
            <a:endParaRPr lang="en-US"/>
          </a:p>
        </p:txBody>
      </p:sp>
    </p:spTree>
    <p:extLst>
      <p:ext uri="{BB962C8B-B14F-4D97-AF65-F5344CB8AC3E}">
        <p14:creationId xmlns:p14="http://schemas.microsoft.com/office/powerpoint/2010/main" val="2657659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427824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3442289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29780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5DF60E-8B57-924B-825F-23BE3BB50F9C}" type="datetimeFigureOut">
              <a:rPr lang="en-US" smtClean="0"/>
              <a:t>6/19/26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456150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5DF60E-8B57-924B-825F-23BE3BB50F9C}" type="datetimeFigureOut">
              <a:rPr lang="en-US" smtClean="0"/>
              <a:t>6/19/26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34510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5DF60E-8B57-924B-825F-23BE3BB50F9C}" type="datetimeFigureOut">
              <a:rPr lang="en-US" smtClean="0"/>
              <a:t>6/19/26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04145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5DF60E-8B57-924B-825F-23BE3BB50F9C}" type="datetimeFigureOut">
              <a:rPr lang="en-US" smtClean="0"/>
              <a:t>6/19/26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41050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6/19/26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568140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6/19/26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3858898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095772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02774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6/19/26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80800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6/19/26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6798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6/19/26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972521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276881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6/19/26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577173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55DF60E-8B57-924B-825F-23BE3BB50F9C}" type="datetimeFigureOut">
              <a:rPr lang="en-US" smtClean="0"/>
              <a:t>6/19/26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E28AF00-0B86-A249-BAE9-6A03A519170D}" type="slidenum">
              <a:rPr lang="en-US" smtClean="0"/>
              <a:t>‹#›</a:t>
            </a:fld>
            <a:endParaRPr lang="en-US"/>
          </a:p>
        </p:txBody>
      </p:sp>
    </p:spTree>
    <p:extLst>
      <p:ext uri="{BB962C8B-B14F-4D97-AF65-F5344CB8AC3E}">
        <p14:creationId xmlns:p14="http://schemas.microsoft.com/office/powerpoint/2010/main" val="374419345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pinkbike.com/news/tags/reviews/"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D210-F303-3E90-5E0C-BB139BBC850C}"/>
              </a:ext>
            </a:extLst>
          </p:cNvPr>
          <p:cNvSpPr>
            <a:spLocks noGrp="1"/>
          </p:cNvSpPr>
          <p:nvPr>
            <p:ph type="ctrTitle"/>
          </p:nvPr>
        </p:nvSpPr>
        <p:spPr/>
        <p:txBody>
          <a:bodyPr>
            <a:noAutofit/>
          </a:bodyPr>
          <a:lstStyle/>
          <a:p>
            <a:r>
              <a:rPr lang="en-US" sz="4400" dirty="0">
                <a:solidFill>
                  <a:schemeClr val="tx1"/>
                </a:solidFill>
                <a:ea typeface="+mn-ea"/>
                <a:cs typeface="+mn-cs"/>
              </a:rPr>
              <a:t>Sentiment Intelligence for Mountain Bike Product Reviews: Data Collection, Cleaning, and Preprocessing</a:t>
            </a:r>
          </a:p>
        </p:txBody>
      </p:sp>
      <p:sp>
        <p:nvSpPr>
          <p:cNvPr id="3" name="Subtitle 2">
            <a:extLst>
              <a:ext uri="{FF2B5EF4-FFF2-40B4-BE49-F238E27FC236}">
                <a16:creationId xmlns:a16="http://schemas.microsoft.com/office/drawing/2014/main" id="{D8F71DB5-6FA4-1572-E257-D1FC641B2E49}"/>
              </a:ext>
            </a:extLst>
          </p:cNvPr>
          <p:cNvSpPr>
            <a:spLocks noGrp="1"/>
          </p:cNvSpPr>
          <p:nvPr>
            <p:ph type="subTitle" idx="1"/>
          </p:nvPr>
        </p:nvSpPr>
        <p:spPr/>
        <p:txBody>
          <a:bodyPr>
            <a:normAutofit lnSpcReduction="10000"/>
          </a:bodyPr>
          <a:lstStyle/>
          <a:p>
            <a:r>
              <a:rPr lang="en-US" dirty="0"/>
              <a:t>DS 785</a:t>
            </a:r>
          </a:p>
          <a:p>
            <a:r>
              <a:rPr lang="en-US" dirty="0"/>
              <a:t>Austin Engstrom</a:t>
            </a:r>
          </a:p>
          <a:p>
            <a:r>
              <a:rPr lang="en-US" dirty="0"/>
              <a:t>June 2026</a:t>
            </a:r>
          </a:p>
        </p:txBody>
      </p:sp>
    </p:spTree>
    <p:extLst>
      <p:ext uri="{BB962C8B-B14F-4D97-AF65-F5344CB8AC3E}">
        <p14:creationId xmlns:p14="http://schemas.microsoft.com/office/powerpoint/2010/main" val="21014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44" name="Freeform 43">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45" name="Freeform 44">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46" name="Freeform 45">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47" name="Freeform 46">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48" name="Freeform 47">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49" name="Freeform 48">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50" name="Freeform 49">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51" name="Freeform 50">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52" name="Freeform 51">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53" name="Freeform 52">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54" name="Freeform 53">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55" name="Freeform 54">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56" name="Group 55">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57"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58"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59"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60"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61"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62"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63"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64"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65"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66"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67"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68"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69" name="Rectangle 68">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Freeform 11">
            <a:extLst>
              <a:ext uri="{FF2B5EF4-FFF2-40B4-BE49-F238E27FC236}">
                <a16:creationId xmlns:a16="http://schemas.microsoft.com/office/drawing/2014/main" id="{A57352BE-A213-4040-BE8E-D4A925AD9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2" name="Title 1">
            <a:extLst>
              <a:ext uri="{FF2B5EF4-FFF2-40B4-BE49-F238E27FC236}">
                <a16:creationId xmlns:a16="http://schemas.microsoft.com/office/drawing/2014/main" id="{7521EA46-3EBC-5A59-F2A8-3BB0F044B824}"/>
              </a:ext>
            </a:extLst>
          </p:cNvPr>
          <p:cNvSpPr>
            <a:spLocks noGrp="1"/>
          </p:cNvSpPr>
          <p:nvPr>
            <p:ph type="title"/>
          </p:nvPr>
        </p:nvSpPr>
        <p:spPr>
          <a:xfrm>
            <a:off x="1687669" y="624110"/>
            <a:ext cx="4137059" cy="1280890"/>
          </a:xfrm>
        </p:spPr>
        <p:txBody>
          <a:bodyPr vert="horz" lIns="91440" tIns="45720" rIns="91440" bIns="45720" rtlCol="0" anchor="t">
            <a:normAutofit/>
          </a:bodyPr>
          <a:lstStyle/>
          <a:p>
            <a:r>
              <a:rPr lang="en-US" dirty="0"/>
              <a:t>Data Source Identification</a:t>
            </a:r>
          </a:p>
        </p:txBody>
      </p:sp>
      <p:sp>
        <p:nvSpPr>
          <p:cNvPr id="3" name="Content Placeholder 2">
            <a:extLst>
              <a:ext uri="{FF2B5EF4-FFF2-40B4-BE49-F238E27FC236}">
                <a16:creationId xmlns:a16="http://schemas.microsoft.com/office/drawing/2014/main" id="{C6E545A4-D84C-89C2-1B96-C1B728BF47A8}"/>
              </a:ext>
            </a:extLst>
          </p:cNvPr>
          <p:cNvSpPr>
            <a:spLocks noGrp="1"/>
          </p:cNvSpPr>
          <p:nvPr>
            <p:ph sz="half" idx="1"/>
          </p:nvPr>
        </p:nvSpPr>
        <p:spPr>
          <a:xfrm>
            <a:off x="1683956" y="2133600"/>
            <a:ext cx="4140772" cy="3777622"/>
          </a:xfrm>
        </p:spPr>
        <p:txBody>
          <a:bodyPr vert="horz" lIns="91440" tIns="45720" rIns="91440" bIns="45720" rtlCol="0">
            <a:normAutofit fontScale="85000" lnSpcReduction="20000"/>
          </a:bodyPr>
          <a:lstStyle/>
          <a:p>
            <a:pPr marL="0" indent="0">
              <a:lnSpc>
                <a:spcPct val="90000"/>
              </a:lnSpc>
              <a:buNone/>
            </a:pPr>
            <a:r>
              <a:rPr lang="en-US" sz="1200" b="1" dirty="0">
                <a:solidFill>
                  <a:schemeClr val="tx1"/>
                </a:solidFill>
              </a:rPr>
              <a:t>Primary Data Source</a:t>
            </a:r>
            <a:endParaRPr lang="en-US" sz="1200" dirty="0">
              <a:solidFill>
                <a:schemeClr val="tx1"/>
              </a:solidFill>
            </a:endParaRPr>
          </a:p>
          <a:p>
            <a:pPr>
              <a:lnSpc>
                <a:spcPct val="90000"/>
              </a:lnSpc>
            </a:pPr>
            <a:r>
              <a:rPr lang="en-US" sz="900" dirty="0">
                <a:solidFill>
                  <a:schemeClr val="tx1"/>
                </a:solidFill>
              </a:rPr>
              <a:t>Pinkbike Review Articles </a:t>
            </a:r>
          </a:p>
          <a:p>
            <a:pPr>
              <a:lnSpc>
                <a:spcPct val="90000"/>
              </a:lnSpc>
            </a:pPr>
            <a:r>
              <a:rPr lang="en-US" sz="900" dirty="0">
                <a:solidFill>
                  <a:schemeClr val="tx1"/>
                </a:solidFill>
                <a:hlinkClick r:id="rId3"/>
              </a:rPr>
              <a:t>https://www.pinkbike.com/news/tags/reviews/</a:t>
            </a:r>
            <a:r>
              <a:rPr lang="en-US" sz="900" dirty="0">
                <a:solidFill>
                  <a:schemeClr val="tx1"/>
                </a:solidFill>
              </a:rPr>
              <a:t> </a:t>
            </a:r>
          </a:p>
          <a:p>
            <a:pPr>
              <a:lnSpc>
                <a:spcPct val="90000"/>
              </a:lnSpc>
            </a:pPr>
            <a:r>
              <a:rPr lang="en-US" sz="900" dirty="0"/>
              <a:t>~300 review article URLs identified</a:t>
            </a:r>
          </a:p>
          <a:p>
            <a:pPr>
              <a:lnSpc>
                <a:spcPct val="90000"/>
              </a:lnSpc>
            </a:pPr>
            <a:r>
              <a:rPr lang="en-US" sz="900" dirty="0">
                <a:solidFill>
                  <a:schemeClr val="tx1"/>
                </a:solidFill>
              </a:rPr>
              <a:t>One of the largest mountain bike media outlets</a:t>
            </a:r>
          </a:p>
          <a:p>
            <a:pPr>
              <a:lnSpc>
                <a:spcPct val="90000"/>
              </a:lnSpc>
            </a:pPr>
            <a:r>
              <a:rPr lang="en-US" sz="900" dirty="0">
                <a:solidFill>
                  <a:schemeClr val="tx1"/>
                </a:solidFill>
              </a:rPr>
              <a:t>Publicly accessible review content </a:t>
            </a:r>
          </a:p>
          <a:p>
            <a:pPr>
              <a:lnSpc>
                <a:spcPct val="90000"/>
              </a:lnSpc>
            </a:pPr>
            <a:r>
              <a:rPr lang="en-US" sz="900" dirty="0">
                <a:solidFill>
                  <a:schemeClr val="tx1"/>
                </a:solidFill>
              </a:rPr>
              <a:t>~300 review articles URLs identified </a:t>
            </a:r>
          </a:p>
          <a:p>
            <a:pPr marL="0" indent="0">
              <a:lnSpc>
                <a:spcPct val="90000"/>
              </a:lnSpc>
              <a:buNone/>
            </a:pPr>
            <a:r>
              <a:rPr lang="en-US" sz="1200" b="1" dirty="0">
                <a:solidFill>
                  <a:schemeClr val="tx1"/>
                </a:solidFill>
              </a:rPr>
              <a:t>Data Collected</a:t>
            </a:r>
            <a:endParaRPr lang="en-US" sz="1200" dirty="0">
              <a:solidFill>
                <a:schemeClr val="tx1"/>
              </a:solidFill>
            </a:endParaRPr>
          </a:p>
          <a:p>
            <a:pPr>
              <a:lnSpc>
                <a:spcPct val="90000"/>
              </a:lnSpc>
            </a:pPr>
            <a:r>
              <a:rPr lang="en-US" sz="900" dirty="0">
                <a:solidFill>
                  <a:schemeClr val="tx1"/>
                </a:solidFill>
              </a:rPr>
              <a:t>Article metadata </a:t>
            </a:r>
          </a:p>
          <a:p>
            <a:pPr>
              <a:lnSpc>
                <a:spcPct val="90000"/>
              </a:lnSpc>
            </a:pPr>
            <a:r>
              <a:rPr lang="en-US" sz="900" dirty="0">
                <a:solidFill>
                  <a:schemeClr val="tx1"/>
                </a:solidFill>
              </a:rPr>
              <a:t>Full review text </a:t>
            </a:r>
          </a:p>
          <a:p>
            <a:pPr>
              <a:lnSpc>
                <a:spcPct val="90000"/>
              </a:lnSpc>
            </a:pPr>
            <a:r>
              <a:rPr lang="en-US" sz="900" dirty="0">
                <a:solidFill>
                  <a:schemeClr val="tx1"/>
                </a:solidFill>
              </a:rPr>
              <a:t>Product information </a:t>
            </a:r>
          </a:p>
          <a:p>
            <a:pPr>
              <a:lnSpc>
                <a:spcPct val="90000"/>
              </a:lnSpc>
            </a:pPr>
            <a:r>
              <a:rPr lang="en-US" sz="900" dirty="0">
                <a:solidFill>
                  <a:schemeClr val="tx1"/>
                </a:solidFill>
              </a:rPr>
              <a:t>Pricing data </a:t>
            </a:r>
          </a:p>
          <a:p>
            <a:pPr>
              <a:lnSpc>
                <a:spcPct val="90000"/>
              </a:lnSpc>
            </a:pPr>
            <a:r>
              <a:rPr lang="en-US" sz="900" dirty="0">
                <a:solidFill>
                  <a:schemeClr val="tx1"/>
                </a:solidFill>
              </a:rPr>
              <a:t>Product categories and tags </a:t>
            </a:r>
          </a:p>
          <a:p>
            <a:pPr marL="0" indent="0">
              <a:lnSpc>
                <a:spcPct val="90000"/>
              </a:lnSpc>
              <a:buNone/>
            </a:pPr>
            <a:r>
              <a:rPr lang="en-US" sz="1200" b="1" dirty="0">
                <a:solidFill>
                  <a:schemeClr val="tx1"/>
                </a:solidFill>
              </a:rPr>
              <a:t>Use Considerations</a:t>
            </a:r>
            <a:endParaRPr lang="en-US" sz="1200" dirty="0">
              <a:solidFill>
                <a:schemeClr val="tx1"/>
              </a:solidFill>
            </a:endParaRPr>
          </a:p>
          <a:p>
            <a:pPr>
              <a:lnSpc>
                <a:spcPct val="90000"/>
              </a:lnSpc>
            </a:pPr>
            <a:r>
              <a:rPr lang="en-US" sz="900" dirty="0">
                <a:solidFill>
                  <a:schemeClr val="tx1"/>
                </a:solidFill>
              </a:rPr>
              <a:t>Publicly available content </a:t>
            </a:r>
          </a:p>
          <a:p>
            <a:pPr>
              <a:lnSpc>
                <a:spcPct val="90000"/>
              </a:lnSpc>
            </a:pPr>
            <a:r>
              <a:rPr lang="en-US" sz="900" dirty="0"/>
              <a:t>Educational and non-commercial research use</a:t>
            </a:r>
            <a:endParaRPr lang="en-US" sz="900" dirty="0">
              <a:solidFill>
                <a:schemeClr val="tx1"/>
              </a:solidFill>
            </a:endParaRPr>
          </a:p>
          <a:p>
            <a:pPr>
              <a:lnSpc>
                <a:spcPct val="90000"/>
              </a:lnSpc>
            </a:pPr>
            <a:r>
              <a:rPr lang="en-US" sz="900" dirty="0">
                <a:solidFill>
                  <a:schemeClr val="tx1"/>
                </a:solidFill>
              </a:rPr>
              <a:t>No collection of personal user data</a:t>
            </a:r>
          </a:p>
        </p:txBody>
      </p:sp>
      <p:pic>
        <p:nvPicPr>
          <p:cNvPr id="6" name="Content Placeholder 5">
            <a:extLst>
              <a:ext uri="{FF2B5EF4-FFF2-40B4-BE49-F238E27FC236}">
                <a16:creationId xmlns:a16="http://schemas.microsoft.com/office/drawing/2014/main" id="{FD793DF7-B186-54DD-7C77-34DA0DA58E70}"/>
              </a:ext>
            </a:extLst>
          </p:cNvPr>
          <p:cNvPicPr>
            <a:picLocks noGrp="1" noChangeAspect="1"/>
          </p:cNvPicPr>
          <p:nvPr>
            <p:ph sz="half" idx="2"/>
          </p:nvPr>
        </p:nvPicPr>
        <p:blipFill>
          <a:blip r:embed="rId4"/>
          <a:srcRect r="-1" b="6967"/>
          <a:stretch>
            <a:fillRect/>
          </a:stretch>
        </p:blipFill>
        <p:spPr>
          <a:xfrm>
            <a:off x="6091916" y="10"/>
            <a:ext cx="6100084" cy="6857990"/>
          </a:xfrm>
          <a:prstGeom prst="rect">
            <a:avLst/>
          </a:prstGeom>
        </p:spPr>
      </p:pic>
    </p:spTree>
    <p:extLst>
      <p:ext uri="{BB962C8B-B14F-4D97-AF65-F5344CB8AC3E}">
        <p14:creationId xmlns:p14="http://schemas.microsoft.com/office/powerpoint/2010/main" val="1223391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83CFBA6-CE65-403A-9402-96B75FC899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1" name="Freeform 11">
              <a:extLst>
                <a:ext uri="{FF2B5EF4-FFF2-40B4-BE49-F238E27FC236}">
                  <a16:creationId xmlns:a16="http://schemas.microsoft.com/office/drawing/2014/main" id="{59AF335C-09EE-4959-A2C9-B32F3C6C1D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2" name="Freeform 12">
              <a:extLst>
                <a:ext uri="{FF2B5EF4-FFF2-40B4-BE49-F238E27FC236}">
                  <a16:creationId xmlns:a16="http://schemas.microsoft.com/office/drawing/2014/main" id="{94CCE8C7-E8BB-47EB-BBC7-5E8948F89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3" name="Freeform 13">
              <a:extLst>
                <a:ext uri="{FF2B5EF4-FFF2-40B4-BE49-F238E27FC236}">
                  <a16:creationId xmlns:a16="http://schemas.microsoft.com/office/drawing/2014/main" id="{2665878D-6479-49F4-BD1C-D1BE63CAB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4" name="Freeform 14">
              <a:extLst>
                <a:ext uri="{FF2B5EF4-FFF2-40B4-BE49-F238E27FC236}">
                  <a16:creationId xmlns:a16="http://schemas.microsoft.com/office/drawing/2014/main" id="{C6400AEB-4991-4E07-8599-C36A9E354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5" name="Freeform 15">
              <a:extLst>
                <a:ext uri="{FF2B5EF4-FFF2-40B4-BE49-F238E27FC236}">
                  <a16:creationId xmlns:a16="http://schemas.microsoft.com/office/drawing/2014/main" id="{0C2AEB7A-70D9-4DE7-B97A-0325DBC9F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6" name="Freeform 16">
              <a:extLst>
                <a:ext uri="{FF2B5EF4-FFF2-40B4-BE49-F238E27FC236}">
                  <a16:creationId xmlns:a16="http://schemas.microsoft.com/office/drawing/2014/main" id="{FC03DDD2-9CC7-40B7-A632-50BF3E3F6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7" name="Freeform 17">
              <a:extLst>
                <a:ext uri="{FF2B5EF4-FFF2-40B4-BE49-F238E27FC236}">
                  <a16:creationId xmlns:a16="http://schemas.microsoft.com/office/drawing/2014/main" id="{7F0B3262-F0EC-44D3-AA37-9552D248C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8" name="Freeform 18">
              <a:extLst>
                <a:ext uri="{FF2B5EF4-FFF2-40B4-BE49-F238E27FC236}">
                  <a16:creationId xmlns:a16="http://schemas.microsoft.com/office/drawing/2014/main" id="{1839BD80-9BF2-49B4-BB03-B5AAB359BF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9" name="Freeform 19">
              <a:extLst>
                <a:ext uri="{FF2B5EF4-FFF2-40B4-BE49-F238E27FC236}">
                  <a16:creationId xmlns:a16="http://schemas.microsoft.com/office/drawing/2014/main" id="{BDC00C45-9216-4702-A31A-391B1D89C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0" name="Freeform 20">
              <a:extLst>
                <a:ext uri="{FF2B5EF4-FFF2-40B4-BE49-F238E27FC236}">
                  <a16:creationId xmlns:a16="http://schemas.microsoft.com/office/drawing/2014/main" id="{5FB0F70F-34B9-4938-B487-312A0BF0E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1" name="Freeform 21">
              <a:extLst>
                <a:ext uri="{FF2B5EF4-FFF2-40B4-BE49-F238E27FC236}">
                  <a16:creationId xmlns:a16="http://schemas.microsoft.com/office/drawing/2014/main" id="{791D1EE1-5A08-47A7-8D44-0940DEF5B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2" name="Freeform 22">
              <a:extLst>
                <a:ext uri="{FF2B5EF4-FFF2-40B4-BE49-F238E27FC236}">
                  <a16:creationId xmlns:a16="http://schemas.microsoft.com/office/drawing/2014/main" id="{E04F3404-E41A-43F9-AC45-52EB0874B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4" name="Group 23">
            <a:extLst>
              <a:ext uri="{FF2B5EF4-FFF2-40B4-BE49-F238E27FC236}">
                <a16:creationId xmlns:a16="http://schemas.microsoft.com/office/drawing/2014/main" id="{C1BC7BDB-967A-4559-AA14-041BCB872D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5" name="Freeform 27">
              <a:extLst>
                <a:ext uri="{FF2B5EF4-FFF2-40B4-BE49-F238E27FC236}">
                  <a16:creationId xmlns:a16="http://schemas.microsoft.com/office/drawing/2014/main" id="{A39F46EA-3E4A-46CA-BCB8-CA695ED3F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6" name="Freeform 28">
              <a:extLst>
                <a:ext uri="{FF2B5EF4-FFF2-40B4-BE49-F238E27FC236}">
                  <a16:creationId xmlns:a16="http://schemas.microsoft.com/office/drawing/2014/main" id="{491A4A32-7F8C-4CA7-9281-9761F0357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7" name="Freeform 29">
              <a:extLst>
                <a:ext uri="{FF2B5EF4-FFF2-40B4-BE49-F238E27FC236}">
                  <a16:creationId xmlns:a16="http://schemas.microsoft.com/office/drawing/2014/main" id="{46B02D76-3CD9-4DF5-A3AD-793E7204E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8" name="Freeform 30">
              <a:extLst>
                <a:ext uri="{FF2B5EF4-FFF2-40B4-BE49-F238E27FC236}">
                  <a16:creationId xmlns:a16="http://schemas.microsoft.com/office/drawing/2014/main" id="{E579A2FB-E98B-4144-9D52-3A72BD8D1B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9" name="Freeform 31">
              <a:extLst>
                <a:ext uri="{FF2B5EF4-FFF2-40B4-BE49-F238E27FC236}">
                  <a16:creationId xmlns:a16="http://schemas.microsoft.com/office/drawing/2014/main" id="{65E500DD-EB71-44B5-A2FA-88E996435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30" name="Freeform 32">
              <a:extLst>
                <a:ext uri="{FF2B5EF4-FFF2-40B4-BE49-F238E27FC236}">
                  <a16:creationId xmlns:a16="http://schemas.microsoft.com/office/drawing/2014/main" id="{04D6AAD6-45AE-454A-9206-8B90E8A264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31" name="Freeform 33">
              <a:extLst>
                <a:ext uri="{FF2B5EF4-FFF2-40B4-BE49-F238E27FC236}">
                  <a16:creationId xmlns:a16="http://schemas.microsoft.com/office/drawing/2014/main" id="{F7399B13-8510-45F6-98C4-0F14C0B37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2" name="Freeform 34">
              <a:extLst>
                <a:ext uri="{FF2B5EF4-FFF2-40B4-BE49-F238E27FC236}">
                  <a16:creationId xmlns:a16="http://schemas.microsoft.com/office/drawing/2014/main" id="{CA595445-6A38-4465-9A5D-9705388D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3" name="Freeform 35">
              <a:extLst>
                <a:ext uri="{FF2B5EF4-FFF2-40B4-BE49-F238E27FC236}">
                  <a16:creationId xmlns:a16="http://schemas.microsoft.com/office/drawing/2014/main" id="{21D40BAF-4AE0-46F4-BD65-057F0DC66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4" name="Freeform 36">
              <a:extLst>
                <a:ext uri="{FF2B5EF4-FFF2-40B4-BE49-F238E27FC236}">
                  <a16:creationId xmlns:a16="http://schemas.microsoft.com/office/drawing/2014/main" id="{B17F2D73-16DF-4138-B72D-E5B204717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5" name="Freeform 37">
              <a:extLst>
                <a:ext uri="{FF2B5EF4-FFF2-40B4-BE49-F238E27FC236}">
                  <a16:creationId xmlns:a16="http://schemas.microsoft.com/office/drawing/2014/main" id="{DB8ABBC2-6C0C-4F6E-97EB-55B3B7B2F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6" name="Freeform 38">
              <a:extLst>
                <a:ext uri="{FF2B5EF4-FFF2-40B4-BE49-F238E27FC236}">
                  <a16:creationId xmlns:a16="http://schemas.microsoft.com/office/drawing/2014/main" id="{7A49885E-6B05-41B6-B47F-9D24456F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8" name="Rectangle 37">
            <a:extLst>
              <a:ext uri="{FF2B5EF4-FFF2-40B4-BE49-F238E27FC236}">
                <a16:creationId xmlns:a16="http://schemas.microsoft.com/office/drawing/2014/main" id="{BDADA868-08FE-425A-AEF9-B622F9373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Freeform 11">
            <a:extLst>
              <a:ext uri="{FF2B5EF4-FFF2-40B4-BE49-F238E27FC236}">
                <a16:creationId xmlns:a16="http://schemas.microsoft.com/office/drawing/2014/main" id="{4AE17B7F-6C2F-42A9-946F-8FF49617D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2" name="Rectangle 41">
            <a:extLst>
              <a:ext uri="{FF2B5EF4-FFF2-40B4-BE49-F238E27FC236}">
                <a16:creationId xmlns:a16="http://schemas.microsoft.com/office/drawing/2014/main" id="{A3D9AEEE-1CCD-43C0-BA3E-16D60A6E2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FD34EB-6118-68D1-3C8B-D50D206D0792}"/>
              </a:ext>
            </a:extLst>
          </p:cNvPr>
          <p:cNvSpPr>
            <a:spLocks noGrp="1"/>
          </p:cNvSpPr>
          <p:nvPr>
            <p:ph type="title"/>
          </p:nvPr>
        </p:nvSpPr>
        <p:spPr>
          <a:xfrm>
            <a:off x="1259893" y="3101093"/>
            <a:ext cx="2454052" cy="3029344"/>
          </a:xfrm>
        </p:spPr>
        <p:txBody>
          <a:bodyPr vert="horz" lIns="91440" tIns="45720" rIns="91440" bIns="45720" rtlCol="0" anchor="t">
            <a:normAutofit/>
          </a:bodyPr>
          <a:lstStyle/>
          <a:p>
            <a:r>
              <a:rPr lang="en-US" sz="3200">
                <a:solidFill>
                  <a:schemeClr val="bg1"/>
                </a:solidFill>
              </a:rPr>
              <a:t>ETL Process</a:t>
            </a:r>
          </a:p>
        </p:txBody>
      </p:sp>
      <p:sp>
        <p:nvSpPr>
          <p:cNvPr id="44" name="Freeform 11">
            <a:extLst>
              <a:ext uri="{FF2B5EF4-FFF2-40B4-BE49-F238E27FC236}">
                <a16:creationId xmlns:a16="http://schemas.microsoft.com/office/drawing/2014/main" id="{60F880A6-33D3-4EEC-A780-B73559B9F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useBgFill="1">
        <p:nvSpPr>
          <p:cNvPr id="46" name="Rectangle 45">
            <a:extLst>
              <a:ext uri="{FF2B5EF4-FFF2-40B4-BE49-F238E27FC236}">
                <a16:creationId xmlns:a16="http://schemas.microsoft.com/office/drawing/2014/main" id="{2C6246ED-0535-4496-A8F6-1E80CC4E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9F823867-C074-10BE-3E94-75370AFCD5A0}"/>
              </a:ext>
            </a:extLst>
          </p:cNvPr>
          <p:cNvGraphicFramePr>
            <a:graphicFrameLocks noGrp="1"/>
          </p:cNvGraphicFramePr>
          <p:nvPr>
            <p:ph sz="half" idx="1"/>
            <p:extLst>
              <p:ext uri="{D42A27DB-BD31-4B8C-83A1-F6EECF244321}">
                <p14:modId xmlns:p14="http://schemas.microsoft.com/office/powerpoint/2010/main" val="866358838"/>
              </p:ext>
            </p:extLst>
          </p:nvPr>
        </p:nvGraphicFramePr>
        <p:xfrm>
          <a:off x="4713144" y="641551"/>
          <a:ext cx="6832212" cy="52647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96112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B37B7-8AB7-DC91-E7E9-598D62716E2F}"/>
              </a:ext>
            </a:extLst>
          </p:cNvPr>
          <p:cNvSpPr>
            <a:spLocks noGrp="1"/>
          </p:cNvSpPr>
          <p:nvPr>
            <p:ph type="title"/>
          </p:nvPr>
        </p:nvSpPr>
        <p:spPr/>
        <p:txBody>
          <a:bodyPr/>
          <a:lstStyle/>
          <a:p>
            <a:r>
              <a:rPr lang="en-US" dirty="0"/>
              <a:t>Initial Data Profiling</a:t>
            </a:r>
          </a:p>
        </p:txBody>
      </p:sp>
      <p:sp>
        <p:nvSpPr>
          <p:cNvPr id="3" name="Content Placeholder 2">
            <a:extLst>
              <a:ext uri="{FF2B5EF4-FFF2-40B4-BE49-F238E27FC236}">
                <a16:creationId xmlns:a16="http://schemas.microsoft.com/office/drawing/2014/main" id="{37F0B66F-B3C2-52F8-F4DA-B6A9DD0D586A}"/>
              </a:ext>
            </a:extLst>
          </p:cNvPr>
          <p:cNvSpPr>
            <a:spLocks noGrp="1"/>
          </p:cNvSpPr>
          <p:nvPr>
            <p:ph sz="half" idx="1"/>
          </p:nvPr>
        </p:nvSpPr>
        <p:spPr>
          <a:xfrm>
            <a:off x="1782136" y="2125663"/>
            <a:ext cx="4313864" cy="3777622"/>
          </a:xfrm>
        </p:spPr>
        <p:txBody>
          <a:bodyPr>
            <a:normAutofit fontScale="92500" lnSpcReduction="20000"/>
          </a:bodyPr>
          <a:lstStyle/>
          <a:p>
            <a:pPr marL="0" indent="0">
              <a:buNone/>
            </a:pPr>
            <a:r>
              <a:rPr lang="en-US" b="1" dirty="0"/>
              <a:t>Dataset Characteristics</a:t>
            </a:r>
            <a:endParaRPr lang="en-US" dirty="0"/>
          </a:p>
          <a:p>
            <a:r>
              <a:rPr lang="en-US" dirty="0"/>
              <a:t>~300 review article URLs identified </a:t>
            </a:r>
          </a:p>
          <a:p>
            <a:r>
              <a:rPr lang="en-US" dirty="0"/>
              <a:t>Long-form review content </a:t>
            </a:r>
          </a:p>
          <a:p>
            <a:r>
              <a:rPr lang="en-US" dirty="0"/>
              <a:t>Structured and unstructured variables </a:t>
            </a:r>
          </a:p>
          <a:p>
            <a:r>
              <a:rPr lang="en-US" dirty="0"/>
              <a:t>Multiple product categories </a:t>
            </a:r>
          </a:p>
          <a:p>
            <a:pPr marL="0" indent="0">
              <a:buNone/>
            </a:pPr>
            <a:r>
              <a:rPr lang="en-US" b="1" dirty="0"/>
              <a:t>Profiled Attributes</a:t>
            </a:r>
            <a:endParaRPr lang="en-US" dirty="0"/>
          </a:p>
          <a:p>
            <a:r>
              <a:rPr lang="en-US" dirty="0"/>
              <a:t>Completeness of extracted fields </a:t>
            </a:r>
          </a:p>
          <a:p>
            <a:r>
              <a:rPr lang="en-US" dirty="0"/>
              <a:t>Text length distribution </a:t>
            </a:r>
          </a:p>
          <a:p>
            <a:r>
              <a:rPr lang="en-US" dirty="0"/>
              <a:t>Product category distribution</a:t>
            </a:r>
          </a:p>
          <a:p>
            <a:r>
              <a:rPr lang="en-US" dirty="0"/>
              <a:t>Missing pricing information</a:t>
            </a:r>
          </a:p>
          <a:p>
            <a:endParaRPr lang="en-US" dirty="0"/>
          </a:p>
        </p:txBody>
      </p:sp>
      <p:graphicFrame>
        <p:nvGraphicFramePr>
          <p:cNvPr id="8" name="Content Placeholder 7">
            <a:extLst>
              <a:ext uri="{FF2B5EF4-FFF2-40B4-BE49-F238E27FC236}">
                <a16:creationId xmlns:a16="http://schemas.microsoft.com/office/drawing/2014/main" id="{AA4F4FB1-942F-CFB7-7FA9-EBFA7A764EAB}"/>
              </a:ext>
            </a:extLst>
          </p:cNvPr>
          <p:cNvGraphicFramePr>
            <a:graphicFrameLocks noGrp="1"/>
          </p:cNvGraphicFramePr>
          <p:nvPr>
            <p:ph sz="half" idx="2"/>
            <p:extLst>
              <p:ext uri="{D42A27DB-BD31-4B8C-83A1-F6EECF244321}">
                <p14:modId xmlns:p14="http://schemas.microsoft.com/office/powerpoint/2010/main" val="2188305610"/>
              </p:ext>
            </p:extLst>
          </p:nvPr>
        </p:nvGraphicFramePr>
        <p:xfrm>
          <a:off x="6096000" y="2125663"/>
          <a:ext cx="5408614" cy="3134360"/>
        </p:xfrm>
        <a:graphic>
          <a:graphicData uri="http://schemas.openxmlformats.org/drawingml/2006/table">
            <a:tbl>
              <a:tblPr firstRow="1" bandRow="1">
                <a:tableStyleId>{5C22544A-7EE6-4342-B048-85BDC9FD1C3A}</a:tableStyleId>
              </a:tblPr>
              <a:tblGrid>
                <a:gridCol w="2704307">
                  <a:extLst>
                    <a:ext uri="{9D8B030D-6E8A-4147-A177-3AD203B41FA5}">
                      <a16:colId xmlns:a16="http://schemas.microsoft.com/office/drawing/2014/main" val="1179978599"/>
                    </a:ext>
                  </a:extLst>
                </a:gridCol>
                <a:gridCol w="2704307">
                  <a:extLst>
                    <a:ext uri="{9D8B030D-6E8A-4147-A177-3AD203B41FA5}">
                      <a16:colId xmlns:a16="http://schemas.microsoft.com/office/drawing/2014/main" val="2268653652"/>
                    </a:ext>
                  </a:extLst>
                </a:gridCol>
              </a:tblGrid>
              <a:tr h="370840">
                <a:tc>
                  <a:txBody>
                    <a:bodyPr/>
                    <a:lstStyle/>
                    <a:p>
                      <a:r>
                        <a:rPr lang="en-US" dirty="0"/>
                        <a:t>Dataset Component</a:t>
                      </a:r>
                    </a:p>
                  </a:txBody>
                  <a:tcPr/>
                </a:tc>
                <a:tc>
                  <a:txBody>
                    <a:bodyPr/>
                    <a:lstStyle/>
                    <a:p>
                      <a:r>
                        <a:rPr lang="en-US" dirty="0"/>
                        <a:t>Example Fields</a:t>
                      </a:r>
                    </a:p>
                  </a:txBody>
                  <a:tcPr/>
                </a:tc>
                <a:extLst>
                  <a:ext uri="{0D108BD9-81ED-4DB2-BD59-A6C34878D82A}">
                    <a16:rowId xmlns:a16="http://schemas.microsoft.com/office/drawing/2014/main" val="3653841455"/>
                  </a:ext>
                </a:extLst>
              </a:tr>
              <a:tr h="370840">
                <a:tc>
                  <a:txBody>
                    <a:bodyPr/>
                    <a:lstStyle/>
                    <a:p>
                      <a:r>
                        <a:rPr lang="en-US" dirty="0"/>
                        <a:t>Metadata</a:t>
                      </a:r>
                    </a:p>
                  </a:txBody>
                  <a:tcPr/>
                </a:tc>
                <a:tc>
                  <a:txBody>
                    <a:bodyPr/>
                    <a:lstStyle/>
                    <a:p>
                      <a:r>
                        <a:rPr lang="en-US" dirty="0"/>
                        <a:t>title, author, </a:t>
                      </a:r>
                      <a:r>
                        <a:rPr lang="en-US" dirty="0" err="1"/>
                        <a:t>publish_date</a:t>
                      </a:r>
                      <a:endParaRPr lang="en-US" dirty="0"/>
                    </a:p>
                  </a:txBody>
                  <a:tcPr/>
                </a:tc>
                <a:extLst>
                  <a:ext uri="{0D108BD9-81ED-4DB2-BD59-A6C34878D82A}">
                    <a16:rowId xmlns:a16="http://schemas.microsoft.com/office/drawing/2014/main" val="3114416060"/>
                  </a:ext>
                </a:extLst>
              </a:tr>
              <a:tr h="370840">
                <a:tc>
                  <a:txBody>
                    <a:bodyPr/>
                    <a:lstStyle/>
                    <a:p>
                      <a:r>
                        <a:rPr lang="en-US" dirty="0"/>
                        <a:t>Product Info</a:t>
                      </a:r>
                    </a:p>
                  </a:txBody>
                  <a:tcPr/>
                </a:tc>
                <a:tc>
                  <a:txBody>
                    <a:bodyPr/>
                    <a:lstStyle/>
                    <a:p>
                      <a:r>
                        <a:rPr lang="en-US" dirty="0"/>
                        <a:t>brand, </a:t>
                      </a:r>
                      <a:r>
                        <a:rPr lang="en-US" dirty="0" err="1"/>
                        <a:t>product_name</a:t>
                      </a:r>
                      <a:endParaRPr lang="en-US" dirty="0"/>
                    </a:p>
                  </a:txBody>
                  <a:tcPr/>
                </a:tc>
                <a:extLst>
                  <a:ext uri="{0D108BD9-81ED-4DB2-BD59-A6C34878D82A}">
                    <a16:rowId xmlns:a16="http://schemas.microsoft.com/office/drawing/2014/main" val="2058001302"/>
                  </a:ext>
                </a:extLst>
              </a:tr>
              <a:tr h="370840">
                <a:tc>
                  <a:txBody>
                    <a:bodyPr/>
                    <a:lstStyle/>
                    <a:p>
                      <a:r>
                        <a:rPr lang="en-US" dirty="0"/>
                        <a:t>Classification</a:t>
                      </a:r>
                    </a:p>
                  </a:txBody>
                  <a:tcPr/>
                </a:tc>
                <a:tc>
                  <a:txBody>
                    <a:bodyPr/>
                    <a:lstStyle/>
                    <a:p>
                      <a:r>
                        <a:rPr lang="en-US" dirty="0" err="1"/>
                        <a:t>product_category</a:t>
                      </a:r>
                      <a:r>
                        <a:rPr lang="en-US" dirty="0"/>
                        <a:t>, </a:t>
                      </a:r>
                      <a:r>
                        <a:rPr lang="en-US" dirty="0" err="1"/>
                        <a:t>product_subcategory</a:t>
                      </a:r>
                      <a:endParaRPr lang="en-US" dirty="0"/>
                    </a:p>
                  </a:txBody>
                  <a:tcPr/>
                </a:tc>
                <a:extLst>
                  <a:ext uri="{0D108BD9-81ED-4DB2-BD59-A6C34878D82A}">
                    <a16:rowId xmlns:a16="http://schemas.microsoft.com/office/drawing/2014/main" val="3078179214"/>
                  </a:ext>
                </a:extLst>
              </a:tr>
              <a:tr h="370840">
                <a:tc>
                  <a:txBody>
                    <a:bodyPr/>
                    <a:lstStyle/>
                    <a:p>
                      <a:r>
                        <a:rPr lang="en-US" dirty="0"/>
                        <a:t>Pricing</a:t>
                      </a:r>
                    </a:p>
                  </a:txBody>
                  <a:tcPr/>
                </a:tc>
                <a:tc>
                  <a:txBody>
                    <a:bodyPr/>
                    <a:lstStyle/>
                    <a:p>
                      <a:r>
                        <a:rPr lang="en-US" dirty="0" err="1"/>
                        <a:t>retail_price</a:t>
                      </a:r>
                      <a:r>
                        <a:rPr lang="en-US" dirty="0"/>
                        <a:t>, currency</a:t>
                      </a:r>
                    </a:p>
                  </a:txBody>
                  <a:tcPr/>
                </a:tc>
                <a:extLst>
                  <a:ext uri="{0D108BD9-81ED-4DB2-BD59-A6C34878D82A}">
                    <a16:rowId xmlns:a16="http://schemas.microsoft.com/office/drawing/2014/main" val="1268175318"/>
                  </a:ext>
                </a:extLst>
              </a:tr>
              <a:tr h="370840">
                <a:tc>
                  <a:txBody>
                    <a:bodyPr/>
                    <a:lstStyle/>
                    <a:p>
                      <a:r>
                        <a:rPr lang="en-US" dirty="0"/>
                        <a:t>Content Features</a:t>
                      </a:r>
                    </a:p>
                  </a:txBody>
                  <a:tcPr/>
                </a:tc>
                <a:tc>
                  <a:txBody>
                    <a:bodyPr/>
                    <a:lstStyle/>
                    <a:p>
                      <a:r>
                        <a:rPr lang="en-US" dirty="0" err="1"/>
                        <a:t>article_text_length</a:t>
                      </a:r>
                      <a:endParaRPr lang="en-US" dirty="0"/>
                    </a:p>
                  </a:txBody>
                  <a:tcPr/>
                </a:tc>
                <a:extLst>
                  <a:ext uri="{0D108BD9-81ED-4DB2-BD59-A6C34878D82A}">
                    <a16:rowId xmlns:a16="http://schemas.microsoft.com/office/drawing/2014/main" val="1930477767"/>
                  </a:ext>
                </a:extLst>
              </a:tr>
              <a:tr h="370840">
                <a:tc>
                  <a:txBody>
                    <a:bodyPr/>
                    <a:lstStyle/>
                    <a:p>
                      <a:r>
                        <a:rPr lang="en-US" dirty="0"/>
                        <a:t>Review Text</a:t>
                      </a:r>
                    </a:p>
                  </a:txBody>
                  <a:tcPr/>
                </a:tc>
                <a:tc>
                  <a:txBody>
                    <a:bodyPr/>
                    <a:lstStyle/>
                    <a:p>
                      <a:r>
                        <a:rPr lang="en-US" dirty="0" err="1"/>
                        <a:t>article_text</a:t>
                      </a:r>
                      <a:endParaRPr lang="en-US" dirty="0"/>
                    </a:p>
                  </a:txBody>
                  <a:tcPr/>
                </a:tc>
                <a:extLst>
                  <a:ext uri="{0D108BD9-81ED-4DB2-BD59-A6C34878D82A}">
                    <a16:rowId xmlns:a16="http://schemas.microsoft.com/office/drawing/2014/main" val="1334630915"/>
                  </a:ext>
                </a:extLst>
              </a:tr>
            </a:tbl>
          </a:graphicData>
        </a:graphic>
      </p:graphicFrame>
    </p:spTree>
    <p:extLst>
      <p:ext uri="{BB962C8B-B14F-4D97-AF65-F5344CB8AC3E}">
        <p14:creationId xmlns:p14="http://schemas.microsoft.com/office/powerpoint/2010/main" val="835896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8074D-EEE8-5525-FAB2-9B6750CD58EE}"/>
              </a:ext>
            </a:extLst>
          </p:cNvPr>
          <p:cNvSpPr>
            <a:spLocks noGrp="1"/>
          </p:cNvSpPr>
          <p:nvPr>
            <p:ph type="title"/>
          </p:nvPr>
        </p:nvSpPr>
        <p:spPr/>
        <p:txBody>
          <a:bodyPr/>
          <a:lstStyle/>
          <a:p>
            <a:r>
              <a:rPr lang="en-US" dirty="0"/>
              <a:t>Data Cleaning &amp; Preprocessing</a:t>
            </a:r>
          </a:p>
        </p:txBody>
      </p:sp>
      <p:sp>
        <p:nvSpPr>
          <p:cNvPr id="3" name="Content Placeholder 2">
            <a:extLst>
              <a:ext uri="{FF2B5EF4-FFF2-40B4-BE49-F238E27FC236}">
                <a16:creationId xmlns:a16="http://schemas.microsoft.com/office/drawing/2014/main" id="{A13328FB-E05B-20A2-A239-469B9AD13ACD}"/>
              </a:ext>
            </a:extLst>
          </p:cNvPr>
          <p:cNvSpPr>
            <a:spLocks noGrp="1"/>
          </p:cNvSpPr>
          <p:nvPr>
            <p:ph sz="half" idx="1"/>
          </p:nvPr>
        </p:nvSpPr>
        <p:spPr/>
        <p:txBody>
          <a:bodyPr>
            <a:normAutofit fontScale="77500" lnSpcReduction="20000"/>
          </a:bodyPr>
          <a:lstStyle/>
          <a:p>
            <a:pPr marL="0" indent="0">
              <a:buNone/>
            </a:pPr>
            <a:r>
              <a:rPr lang="en-US" sz="2400" b="1" dirty="0"/>
              <a:t>Cleaning Activities</a:t>
            </a:r>
          </a:p>
          <a:p>
            <a:pPr marL="0" indent="0">
              <a:buNone/>
            </a:pPr>
            <a:r>
              <a:rPr lang="en-US" b="1" dirty="0"/>
              <a:t>Data Cleaning</a:t>
            </a:r>
            <a:endParaRPr lang="en-US" dirty="0"/>
          </a:p>
          <a:p>
            <a:r>
              <a:rPr lang="en-US" dirty="0"/>
              <a:t>Removed HTML and page formatting elements </a:t>
            </a:r>
          </a:p>
          <a:p>
            <a:r>
              <a:rPr lang="en-US" dirty="0"/>
              <a:t>Standardized publication date formats </a:t>
            </a:r>
          </a:p>
          <a:p>
            <a:r>
              <a:rPr lang="en-US" dirty="0"/>
              <a:t>Normalized retail pricing values </a:t>
            </a:r>
          </a:p>
          <a:p>
            <a:r>
              <a:rPr lang="en-US" dirty="0"/>
              <a:t>Removed duplicate records </a:t>
            </a:r>
          </a:p>
          <a:p>
            <a:pPr marL="0" indent="0">
              <a:buNone/>
            </a:pPr>
            <a:r>
              <a:rPr lang="en-US" b="1" dirty="0"/>
              <a:t>Formatting &amp; Consistency</a:t>
            </a:r>
            <a:endParaRPr lang="en-US" dirty="0"/>
          </a:p>
          <a:p>
            <a:r>
              <a:rPr lang="en-US" dirty="0"/>
              <a:t>Extracted product categories and subcategories</a:t>
            </a:r>
            <a:endParaRPr lang="en-US" b="1" dirty="0">
              <a:solidFill>
                <a:schemeClr val="tx1"/>
              </a:solidFill>
            </a:endParaRPr>
          </a:p>
          <a:p>
            <a:r>
              <a:rPr lang="en-US" dirty="0">
                <a:solidFill>
                  <a:schemeClr val="tx1"/>
                </a:solidFill>
              </a:rPr>
              <a:t>Extracted brand and product names</a:t>
            </a:r>
          </a:p>
          <a:p>
            <a:r>
              <a:rPr lang="en-US" dirty="0">
                <a:solidFill>
                  <a:schemeClr val="tx1"/>
                </a:solidFill>
              </a:rPr>
              <a:t>Normalize currency values</a:t>
            </a:r>
          </a:p>
          <a:p>
            <a:r>
              <a:rPr lang="en-US" dirty="0">
                <a:solidFill>
                  <a:schemeClr val="tx1"/>
                </a:solidFill>
              </a:rPr>
              <a:t>Standardize publication dates</a:t>
            </a:r>
            <a:endParaRPr lang="en-US" dirty="0"/>
          </a:p>
        </p:txBody>
      </p:sp>
      <p:sp>
        <p:nvSpPr>
          <p:cNvPr id="4" name="Content Placeholder 3">
            <a:extLst>
              <a:ext uri="{FF2B5EF4-FFF2-40B4-BE49-F238E27FC236}">
                <a16:creationId xmlns:a16="http://schemas.microsoft.com/office/drawing/2014/main" id="{301E05F3-B2CF-9E64-3608-A8728F78A01B}"/>
              </a:ext>
            </a:extLst>
          </p:cNvPr>
          <p:cNvSpPr>
            <a:spLocks noGrp="1"/>
          </p:cNvSpPr>
          <p:nvPr>
            <p:ph sz="half" idx="2"/>
          </p:nvPr>
        </p:nvSpPr>
        <p:spPr/>
        <p:txBody>
          <a:bodyPr>
            <a:normAutofit fontScale="77500" lnSpcReduction="20000"/>
          </a:bodyPr>
          <a:lstStyle/>
          <a:p>
            <a:pPr marL="0" indent="0">
              <a:buNone/>
            </a:pPr>
            <a:r>
              <a:rPr lang="en-US" sz="2400" b="1" dirty="0"/>
              <a:t>Preprocessing Activities</a:t>
            </a:r>
          </a:p>
          <a:p>
            <a:pPr marL="0" indent="0">
              <a:buNone/>
            </a:pPr>
            <a:r>
              <a:rPr lang="en-US" b="1" dirty="0"/>
              <a:t>Missing Data Handling</a:t>
            </a:r>
            <a:endParaRPr lang="en-US" dirty="0"/>
          </a:p>
          <a:p>
            <a:r>
              <a:rPr lang="en-US" dirty="0"/>
              <a:t>Missing price retained as null values</a:t>
            </a:r>
          </a:p>
          <a:p>
            <a:r>
              <a:rPr lang="en-US" dirty="0"/>
              <a:t>Missing values identified during profiling</a:t>
            </a:r>
          </a:p>
          <a:p>
            <a:r>
              <a:rPr lang="en-US" dirty="0"/>
              <a:t>Data completeness evaluated by field</a:t>
            </a:r>
          </a:p>
          <a:p>
            <a:pPr marL="0" indent="0">
              <a:buNone/>
            </a:pPr>
            <a:r>
              <a:rPr lang="en-US" b="1" dirty="0"/>
              <a:t>Variable Reduction</a:t>
            </a:r>
            <a:endParaRPr lang="en-US" dirty="0"/>
          </a:p>
          <a:p>
            <a:r>
              <a:rPr lang="en-US" dirty="0"/>
              <a:t>Removed navigation content </a:t>
            </a:r>
          </a:p>
          <a:p>
            <a:r>
              <a:rPr lang="en-US" dirty="0"/>
              <a:t>Removed advertising elements </a:t>
            </a:r>
          </a:p>
          <a:p>
            <a:r>
              <a:rPr lang="en-US" dirty="0"/>
              <a:t>Removed non-review webpage content</a:t>
            </a:r>
          </a:p>
          <a:p>
            <a:pPr marL="0" indent="0">
              <a:buNone/>
            </a:pPr>
            <a:endParaRPr lang="en-US" dirty="0"/>
          </a:p>
        </p:txBody>
      </p:sp>
    </p:spTree>
    <p:extLst>
      <p:ext uri="{BB962C8B-B14F-4D97-AF65-F5344CB8AC3E}">
        <p14:creationId xmlns:p14="http://schemas.microsoft.com/office/powerpoint/2010/main" val="1898707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FB485-42E0-81DE-2FA3-C0C613C5EDB2}"/>
              </a:ext>
            </a:extLst>
          </p:cNvPr>
          <p:cNvSpPr>
            <a:spLocks noGrp="1"/>
          </p:cNvSpPr>
          <p:nvPr>
            <p:ph type="title"/>
          </p:nvPr>
        </p:nvSpPr>
        <p:spPr/>
        <p:txBody>
          <a:bodyPr/>
          <a:lstStyle/>
          <a:p>
            <a:r>
              <a:rPr lang="en-US" dirty="0"/>
              <a:t>Model Preparation Strategy</a:t>
            </a:r>
          </a:p>
        </p:txBody>
      </p:sp>
      <p:graphicFrame>
        <p:nvGraphicFramePr>
          <p:cNvPr id="11" name="Content Placeholder 10">
            <a:extLst>
              <a:ext uri="{FF2B5EF4-FFF2-40B4-BE49-F238E27FC236}">
                <a16:creationId xmlns:a16="http://schemas.microsoft.com/office/drawing/2014/main" id="{CA45857F-B62D-4056-4A20-66D926FED66C}"/>
              </a:ext>
            </a:extLst>
          </p:cNvPr>
          <p:cNvGraphicFramePr>
            <a:graphicFrameLocks noGrp="1"/>
          </p:cNvGraphicFramePr>
          <p:nvPr>
            <p:ph sz="half" idx="2"/>
            <p:extLst>
              <p:ext uri="{D42A27DB-BD31-4B8C-83A1-F6EECF244321}">
                <p14:modId xmlns:p14="http://schemas.microsoft.com/office/powerpoint/2010/main" val="809733150"/>
              </p:ext>
            </p:extLst>
          </p:nvPr>
        </p:nvGraphicFramePr>
        <p:xfrm>
          <a:off x="6096000" y="2126222"/>
          <a:ext cx="5408611" cy="3777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ontent Placeholder 9">
            <a:extLst>
              <a:ext uri="{FF2B5EF4-FFF2-40B4-BE49-F238E27FC236}">
                <a16:creationId xmlns:a16="http://schemas.microsoft.com/office/drawing/2014/main" id="{D0C94967-59CE-5734-4EF9-5B1078068217}"/>
              </a:ext>
            </a:extLst>
          </p:cNvPr>
          <p:cNvSpPr>
            <a:spLocks noGrp="1"/>
          </p:cNvSpPr>
          <p:nvPr>
            <p:ph sz="half" idx="1"/>
          </p:nvPr>
        </p:nvSpPr>
        <p:spPr>
          <a:xfrm>
            <a:off x="2589212" y="2133600"/>
            <a:ext cx="3506788" cy="3777622"/>
          </a:xfrm>
        </p:spPr>
        <p:txBody>
          <a:bodyPr>
            <a:normAutofit fontScale="92500" lnSpcReduction="10000"/>
          </a:bodyPr>
          <a:lstStyle/>
          <a:p>
            <a:pPr marL="0" indent="0">
              <a:buNone/>
            </a:pPr>
            <a:r>
              <a:rPr lang="en-US" b="1" dirty="0"/>
              <a:t>Encoding &amp; Normalization</a:t>
            </a:r>
          </a:p>
          <a:p>
            <a:r>
              <a:rPr lang="en-US" dirty="0"/>
              <a:t>Product categories encoded for modeling</a:t>
            </a:r>
          </a:p>
          <a:p>
            <a:r>
              <a:rPr lang="en-US" dirty="0"/>
              <a:t>Brand information encoded as categorical features</a:t>
            </a:r>
          </a:p>
          <a:p>
            <a:r>
              <a:rPr lang="en-US" dirty="0"/>
              <a:t>Retail pricing normalized during preprocessing</a:t>
            </a:r>
          </a:p>
          <a:p>
            <a:pPr marL="0" indent="0">
              <a:buNone/>
            </a:pPr>
            <a:r>
              <a:rPr lang="en-US" b="1" dirty="0"/>
              <a:t>Class Balance</a:t>
            </a:r>
          </a:p>
          <a:p>
            <a:r>
              <a:rPr lang="en-US" dirty="0"/>
              <a:t>Evaluated after sentiment labels are assigned</a:t>
            </a:r>
          </a:p>
          <a:p>
            <a:r>
              <a:rPr lang="en-US" dirty="0"/>
              <a:t>Class weighting considered if needed</a:t>
            </a:r>
          </a:p>
        </p:txBody>
      </p:sp>
    </p:spTree>
    <p:extLst>
      <p:ext uri="{BB962C8B-B14F-4D97-AF65-F5344CB8AC3E}">
        <p14:creationId xmlns:p14="http://schemas.microsoft.com/office/powerpoint/2010/main" val="38305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168CB-F5D2-71AD-86F1-1DC2A381C528}"/>
              </a:ext>
            </a:extLst>
          </p:cNvPr>
          <p:cNvSpPr>
            <a:spLocks noGrp="1"/>
          </p:cNvSpPr>
          <p:nvPr>
            <p:ph type="title"/>
          </p:nvPr>
        </p:nvSpPr>
        <p:spPr/>
        <p:txBody>
          <a:bodyPr/>
          <a:lstStyle/>
          <a:p>
            <a:r>
              <a:rPr lang="en-US" dirty="0"/>
              <a:t>Conclusion &amp; Next Steps</a:t>
            </a:r>
          </a:p>
        </p:txBody>
      </p:sp>
      <p:graphicFrame>
        <p:nvGraphicFramePr>
          <p:cNvPr id="12" name="Content Placeholder 11">
            <a:extLst>
              <a:ext uri="{FF2B5EF4-FFF2-40B4-BE49-F238E27FC236}">
                <a16:creationId xmlns:a16="http://schemas.microsoft.com/office/drawing/2014/main" id="{33317D82-1CB5-0CC5-394B-3F45B4CA575D}"/>
              </a:ext>
            </a:extLst>
          </p:cNvPr>
          <p:cNvGraphicFramePr>
            <a:graphicFrameLocks noGrp="1"/>
          </p:cNvGraphicFramePr>
          <p:nvPr>
            <p:ph sz="half" idx="2"/>
            <p:extLst>
              <p:ext uri="{D42A27DB-BD31-4B8C-83A1-F6EECF244321}">
                <p14:modId xmlns:p14="http://schemas.microsoft.com/office/powerpoint/2010/main" val="910354242"/>
              </p:ext>
            </p:extLst>
          </p:nvPr>
        </p:nvGraphicFramePr>
        <p:xfrm>
          <a:off x="2592924" y="2126222"/>
          <a:ext cx="8911687" cy="3777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680095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137</TotalTime>
  <Words>1465</Words>
  <Application>Microsoft Macintosh PowerPoint</Application>
  <PresentationFormat>Widescreen</PresentationFormat>
  <Paragraphs>176</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Century Gothic</vt:lpstr>
      <vt:lpstr>Wingdings 3</vt:lpstr>
      <vt:lpstr>Wisp</vt:lpstr>
      <vt:lpstr>Sentiment Intelligence for Mountain Bike Product Reviews: Data Collection, Cleaning, and Preprocessing</vt:lpstr>
      <vt:lpstr>Data Source Identification</vt:lpstr>
      <vt:lpstr>ETL Process</vt:lpstr>
      <vt:lpstr>Initial Data Profiling</vt:lpstr>
      <vt:lpstr>Data Cleaning &amp; Preprocessing</vt:lpstr>
      <vt:lpstr>Model Preparation Strategy</vt:lpstr>
      <vt:lpstr>Conclusion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Austin Engstrom</dc:creator>
  <cp:lastModifiedBy>Austin Engstrom</cp:lastModifiedBy>
  <cp:revision>2</cp:revision>
  <dcterms:created xsi:type="dcterms:W3CDTF">2026-06-19T12:15:19Z</dcterms:created>
  <dcterms:modified xsi:type="dcterms:W3CDTF">2026-06-19T14:32:41Z</dcterms:modified>
</cp:coreProperties>
</file>